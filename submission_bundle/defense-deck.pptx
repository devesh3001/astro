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053400c991b4204" /><Relationship Type="http://schemas.openxmlformats.org/officeDocument/2006/relationships/extended-properties" Target="/docProps/app.xml" Id="R19bf5080fab24efd" /><Relationship Type="http://schemas.openxmlformats.org/officeDocument/2006/relationships/officeDocument" Target="/ppt/presentation.xml" Id="R51ce1614fd4a4e98" /></Relationships>
</file>

<file path=ppt/presentation.xml><?xml version="1.0" encoding="utf-8"?>
<p:presentation xmlns:p="http://schemas.openxmlformats.org/presentationml/2006/main">
  <p:sldMasterIdLst>
    <p:sldMasterId xmlns:r="http://schemas.openxmlformats.org/officeDocument/2006/relationships" id="2147483648" r:id="R089cd2f7a2b14193"/>
  </p:sldMasterIdLst>
  <p:notesMasterIdLst>
    <p:notesMasterId xmlns:r="http://schemas.openxmlformats.org/officeDocument/2006/relationships" r:id="R4fcfb23a252344e3"/>
  </p:notesMasterIdLst>
  <p:sldIdLst>
    <p:sldId xmlns:r="http://schemas.openxmlformats.org/officeDocument/2006/relationships" id="256" r:id="Rc8b9941be95343f9"/>
    <p:sldId xmlns:r="http://schemas.openxmlformats.org/officeDocument/2006/relationships" id="257" r:id="R4f07deafc6c840b7"/>
    <p:sldId xmlns:r="http://schemas.openxmlformats.org/officeDocument/2006/relationships" id="258" r:id="R5be80eac5ff44f6f"/>
    <p:sldId xmlns:r="http://schemas.openxmlformats.org/officeDocument/2006/relationships" id="259" r:id="R431582a25ba54ca5"/>
    <p:sldId xmlns:r="http://schemas.openxmlformats.org/officeDocument/2006/relationships" id="260" r:id="R7d40613a4d49487a"/>
    <p:sldId xmlns:r="http://schemas.openxmlformats.org/officeDocument/2006/relationships" id="261" r:id="R07e61e364d8a41f7"/>
    <p:sldId xmlns:r="http://schemas.openxmlformats.org/officeDocument/2006/relationships" id="262" r:id="Rca9d2fb830cd464a"/>
    <p:sldId xmlns:r="http://schemas.openxmlformats.org/officeDocument/2006/relationships" id="263" r:id="Re38dc02f0ab84eb8"/>
    <p:sldId xmlns:r="http://schemas.openxmlformats.org/officeDocument/2006/relationships" id="264" r:id="Rcf73abf016d243d6"/>
    <p:sldId xmlns:r="http://schemas.openxmlformats.org/officeDocument/2006/relationships" id="265" r:id="R858c72f38334448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7b99f12adcd43f2" /><Relationship Type="http://schemas.openxmlformats.org/officeDocument/2006/relationships/slideMaster" Target="/ppt/slideMasters/slideMaster1.xml" Id="R089cd2f7a2b14193" /><Relationship Type="http://schemas.openxmlformats.org/officeDocument/2006/relationships/notesMaster" Target="/ppt/notesMasters/notesMaster1.xml" Id="R4fcfb23a252344e3" /><Relationship Type="http://schemas.openxmlformats.org/officeDocument/2006/relationships/presProps" Target="/ppt/presProps.xml" Id="R47ec64e5034e45c3" /><Relationship Type="http://schemas.openxmlformats.org/officeDocument/2006/relationships/tableStyles" Target="/ppt/tableStyles.xml" Id="Rece5e9ef01de4d47" /><Relationship Type="http://schemas.openxmlformats.org/officeDocument/2006/relationships/slide" Target="/ppt/slides/slide1.xml" Id="Rc8b9941be95343f9" /><Relationship Type="http://schemas.openxmlformats.org/officeDocument/2006/relationships/slide" Target="/ppt/slides/slide2.xml" Id="R4f07deafc6c840b7" /><Relationship Type="http://schemas.openxmlformats.org/officeDocument/2006/relationships/slide" Target="/ppt/slides/slide3.xml" Id="R5be80eac5ff44f6f" /><Relationship Type="http://schemas.openxmlformats.org/officeDocument/2006/relationships/slide" Target="/ppt/slides/slide4.xml" Id="R431582a25ba54ca5" /><Relationship Type="http://schemas.openxmlformats.org/officeDocument/2006/relationships/slide" Target="/ppt/slides/slide5.xml" Id="R7d40613a4d49487a" /><Relationship Type="http://schemas.openxmlformats.org/officeDocument/2006/relationships/slide" Target="/ppt/slides/slide6.xml" Id="R07e61e364d8a41f7" /><Relationship Type="http://schemas.openxmlformats.org/officeDocument/2006/relationships/slide" Target="/ppt/slides/slide7.xml" Id="Rca9d2fb830cd464a" /><Relationship Type="http://schemas.openxmlformats.org/officeDocument/2006/relationships/slide" Target="/ppt/slides/slide8.xml" Id="Re38dc02f0ab84eb8" /><Relationship Type="http://schemas.openxmlformats.org/officeDocument/2006/relationships/slide" Target="/ppt/slides/slide9.xml" Id="Rcf73abf016d243d6" /><Relationship Type="http://schemas.openxmlformats.org/officeDocument/2006/relationships/slide" Target="/ppt/slides/slide10.xml" Id="R858c72f38334448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b87659a890b4f0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53dc257529240fe" /><Relationship Type="http://schemas.openxmlformats.org/officeDocument/2006/relationships/notesMaster" Target="/ppt/notesMasters/notesMaster1.xml" Id="R05eef9fd37614cef" /></Relationships>
</file>

<file path=ppt/notesSlides/_rels/notesSlide2.xml.rels>&#65279;<?xml version="1.0" encoding="utf-8"?><Relationships xmlns="http://schemas.openxmlformats.org/package/2006/relationships"><Relationship Type="http://schemas.openxmlformats.org/officeDocument/2006/relationships/slide" Target="/ppt/slides/slide2.xml" Id="R9e988278de634945" /><Relationship Type="http://schemas.openxmlformats.org/officeDocument/2006/relationships/notesMaster" Target="/ppt/notesMasters/notesMaster1.xml" Id="R88e4d7d82d884d6f" /></Relationships>
</file>

<file path=ppt/notesSlides/_rels/notesSlide3.xml.rels>&#65279;<?xml version="1.0" encoding="utf-8"?><Relationships xmlns="http://schemas.openxmlformats.org/package/2006/relationships"><Relationship Type="http://schemas.openxmlformats.org/officeDocument/2006/relationships/slide" Target="/ppt/slides/slide3.xml" Id="R5d2830c1ac014aae" /><Relationship Type="http://schemas.openxmlformats.org/officeDocument/2006/relationships/notesMaster" Target="/ppt/notesMasters/notesMaster1.xml" Id="R1ca622e43bc4449b" /></Relationships>
</file>

<file path=ppt/notesSlides/_rels/notesSlide4.xml.rels>&#65279;<?xml version="1.0" encoding="utf-8"?><Relationships xmlns="http://schemas.openxmlformats.org/package/2006/relationships"><Relationship Type="http://schemas.openxmlformats.org/officeDocument/2006/relationships/slide" Target="/ppt/slides/slide4.xml" Id="Rccf0a69038fe4b7f" /><Relationship Type="http://schemas.openxmlformats.org/officeDocument/2006/relationships/notesMaster" Target="/ppt/notesMasters/notesMaster1.xml" Id="Rddf257a170314681" /></Relationships>
</file>

<file path=ppt/notesSlides/_rels/notesSlide5.xml.rels>&#65279;<?xml version="1.0" encoding="utf-8"?><Relationships xmlns="http://schemas.openxmlformats.org/package/2006/relationships"><Relationship Type="http://schemas.openxmlformats.org/officeDocument/2006/relationships/slide" Target="/ppt/slides/slide5.xml" Id="R548b22968d694073" /><Relationship Type="http://schemas.openxmlformats.org/officeDocument/2006/relationships/notesMaster" Target="/ppt/notesMasters/notesMaster1.xml" Id="R4baa5db9d4b14ccb" /></Relationships>
</file>

<file path=ppt/notesSlides/_rels/notesSlide6.xml.rels>&#65279;<?xml version="1.0" encoding="utf-8"?><Relationships xmlns="http://schemas.openxmlformats.org/package/2006/relationships"><Relationship Type="http://schemas.openxmlformats.org/officeDocument/2006/relationships/slide" Target="/ppt/slides/slide6.xml" Id="R67adbcd1cf9a4195" /><Relationship Type="http://schemas.openxmlformats.org/officeDocument/2006/relationships/notesMaster" Target="/ppt/notesMasters/notesMaster1.xml" Id="Ra2ae7cf33cef49da" /></Relationships>
</file>

<file path=ppt/notesSlides/_rels/notesSlide7.xml.rels>&#65279;<?xml version="1.0" encoding="utf-8"?><Relationships xmlns="http://schemas.openxmlformats.org/package/2006/relationships"><Relationship Type="http://schemas.openxmlformats.org/officeDocument/2006/relationships/slide" Target="/ppt/slides/slide7.xml" Id="R939b5bfdb515432e" /><Relationship Type="http://schemas.openxmlformats.org/officeDocument/2006/relationships/notesMaster" Target="/ppt/notesMasters/notesMaster1.xml" Id="Rbb2b301d63e84f10" /></Relationships>
</file>

<file path=ppt/notesSlides/_rels/notesSlide8.xml.rels>&#65279;<?xml version="1.0" encoding="utf-8"?><Relationships xmlns="http://schemas.openxmlformats.org/package/2006/relationships"><Relationship Type="http://schemas.openxmlformats.org/officeDocument/2006/relationships/slide" Target="/ppt/slides/slide8.xml" Id="R13f5b55e4a934932" /><Relationship Type="http://schemas.openxmlformats.org/officeDocument/2006/relationships/notesMaster" Target="/ppt/notesMasters/notesMaster1.xml" Id="R05cc7b05d3c843e1" /></Relationships>
</file>

<file path=ppt/notesSlides/_rels/notesSlide9.xml.rels>&#65279;<?xml version="1.0" encoding="utf-8"?><Relationships xmlns="http://schemas.openxmlformats.org/package/2006/relationships"><Relationship Type="http://schemas.openxmlformats.org/officeDocument/2006/relationships/slide" Target="/ppt/slides/slide9.xml" Id="R90d5858255ad4b92" /><Relationship Type="http://schemas.openxmlformats.org/officeDocument/2006/relationships/notesMaster" Target="/ppt/notesMasters/notesMaster1.xml" Id="Rc21fa2670d52404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835b475ed3a4c24" /><Relationship Type="http://schemas.openxmlformats.org/officeDocument/2006/relationships/notesMaster" Target="/ppt/notesMasters/notesMaster1.xml" Id="Rc1214bcdcfd140d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0:00-0:35. Introduce Team ASTRO and AeroSentinel. We built a reproducible environment for evaluating tool-using agents on satellite recovery and mission planning. The agent must diagnose faults and schedule operations while a separate verifier scores what happened. We do not train a policy or claim flight validation.</a:t>
            </a:r>
          </a:p>
          <a:p xmlns:a="http://schemas.openxmlformats.org/drawingml/2006/main">
            <a:r>
              <a:t/>
            </a:r>
          </a:p>
          <a:p xmlns:a="http://schemas.openxmlformats.org/drawingml/2006/main">
            <a:r>
              <a:t>Cover image: NASA, HaloSat deployment photograph ISS056-E-095243. https://science.nasa.gov/mission/halosat/ ; image https://science.nasa.gov/wp-content/uploads/2023/06/iss056e095243.jpg. This is a real spacecraft photograph used for context, not an image of our simulator. Project sources: README.md and docs/model-assumptions.md.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0:35-1:20. Start with a concrete science scenario. The agent can choose a technically correct configuration and still fail because the useful contact or observation window has passed. Battery energy, time and data storage persist. This makes the task about sequential decision making. A final file diff alone cannot determine success. We model simplified declared physics, not operational mission control.</a:t>
            </a:r>
          </a:p>
          <a:p xmlns:a="http://schemas.openxmlformats.org/drawingml/2006/main">
            <a:r>
              <a:t/>
            </a:r>
          </a:p>
          <a:p xmlns:a="http://schemas.openxmlformats.org/drawingml/2006/main">
            <a:r>
              <a:t>Evidence: submission_bundle/validation-evidence.json; docs/model-assumptions.md; docs/rehearsal-pack.md. Results refer to the current source and expected build contract, not exhaustive proof. Harness SHA-256: b75030d6ecd33e8f80f5cdda39f2690a2a31688faad3f17d928f27c108e5507b.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1:20-2:15. Explain the interface from observation to action to protected state. Agent observations include the flight manual, mission targets, configuration and telemetry. Tools list/read/write files, run Python, step orbit and finish. Completed ordinary tool attempts, including execution errors, cost 30 simulated seconds. Schema-rejected calls do not execute. step_orbit advances 1-30 minutes. The verifier lives outside the agent container and scores protected state. Forty received model replies, ten tools per reply, 600 seconds overall, tool budget 60 seconds and separate final verification budget 120 seconds. Simulated time and wall-clock time are different.</a:t>
            </a:r>
          </a:p>
          <a:p xmlns:a="http://schemas.openxmlformats.org/drawingml/2006/main">
            <a:r>
              <a:t/>
            </a:r>
          </a:p>
          <a:p xmlns:a="http://schemas.openxmlformats.org/drawingml/2006/main">
            <a:r>
              <a:t>Evidence: submission_bundle/validation-evidence.json; docs/model-assumptions.md; docs/rehearsal-pack.md. Results refer to the current source and expected build contract, not exhaustive proof. Harness SHA-256: b75030d6ecd33e8f80f5cdda39f2690a2a31688faad3f17d928f27c108e5507b.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2:15-3:05. Five guided repair tasks span three difficulty levels across the suite. They cover power, pointing, thermal, radio and a cascade. Four harder tasks introduce RF energy tradeoffs, an irreversible early contact, a single useful observation window and science store-and-forward with two acquisitions and finite storage. Seeds vary faults, hardware and timing. In the separate scripted comparison, static nominal and maximum-radio policies each fail all 20 hard-task cases; the privileged reference proves feasibility, not model reasoning.</a:t>
            </a:r>
          </a:p>
          <a:p xmlns:a="http://schemas.openxmlformats.org/drawingml/2006/main">
            <a:r>
              <a:t/>
            </a:r>
          </a:p>
          <a:p xmlns:a="http://schemas.openxmlformats.org/drawingml/2006/main">
            <a:r>
              <a:t>Evidence: submission_bundle/validation-evidence.json; docs/model-assumptions.md; docs/rehearsal-pack.md. Results refer to the current source and expected build contract, not exhaustive proof. Harness SHA-256: b75030d6ecd33e8f80f5cdda39f2690a2a31688faad3f17d928f27c108e5507b.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3:05-4:20. Walk through the actual successful science seed 101 model run. First acquisition 19-24 minutes, measured exposure 270 seconds. First contact 29-33 minutes delivers 513 kB. Second acquisition 49-53 minutes gives 240 seconds and 456 kB. Second contact 74-78 minutes delivers that remainder. Total 969 kB, no loss, peak buffer 513 of 598.5 kB. Each window needs at least 90 percent exposure. Constant duty needs at least .90 while the full-mission energy allocation in this seed permits at most 1.2*540/5700=.1137. A timed plan is required. The first contact frees storage for the second acquisition. Independent feasible alternatives are accepted. These are measured intervals from run 20261024T210515-082614Z-a0efc859.</a:t>
            </a:r>
          </a:p>
          <a:p xmlns:a="http://schemas.openxmlformats.org/drawingml/2006/main">
            <a:r>
              <a:t/>
            </a:r>
          </a:p>
          <a:p xmlns:a="http://schemas.openxmlformats.org/drawingml/2006/main">
            <a:r>
              <a:t>Evidence: submission_bundle/validation-evidence.json; docs/model-assumptions.md; docs/rehearsal-pack.md. Results refer to the current source and expected build contract, not exhaustive proof. Harness SHA-256: b75030d6ecd33e8f80f5cdda39f2690a2a31688faad3f17d928f27c108e5507b.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4:20-5:20. Standard raw weights are power .35, thermal .25, pointing .20, communications .20. Observation uses .8 of these and adds .20 exposure. Science uses .6 of standard weights and adds .20 window completion and .20 delivered science. Normalized progress is clamp((raw-initial no-op raw)/(1-initial no-op raw),0,1). Every mandatory check must pass to reach .95. Invalid configurations score zero and catastrophic events latch. The verifier scores protected state rather than agent-written telemetry. Generated = buffered + delivered + lost. Final scoring projects remaining time without replacing accumulated mission history.</a:t>
            </a:r>
          </a:p>
          <a:p xmlns:a="http://schemas.openxmlformats.org/drawingml/2006/main">
            <a:r>
              <a:t/>
            </a:r>
          </a:p>
          <a:p xmlns:a="http://schemas.openxmlformats.org/drawingml/2006/main">
            <a:r>
              <a:t>Evidence: submission_bundle/validation-evidence.json; docs/model-assumptions.md; docs/rehearsal-pack.md. Results refer to the current source and expected build contract, not exhaustive proof. Harness SHA-256: b75030d6ecd33e8f80f5cdda39f2690a2a31688faad3f17d928f27c108e5507b.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5:20-6:20. Separate the agent workspace from the verifier and protected mission state. Agent workers use UID 1001, script evaluation UID 1002. Read-only root, internal networking, process limits and descendant cleanup limit the attack surface. Docker and the host kernel remain trusted. Six executed deliberate probes fail, with actual rewards shown. These are scripted negative tests, not six real model episodes, and finite tests cannot prove every exploit absent. Forged telemetry cannot change protected state. Missed contact or exposure cannot be undone by late repair. Science inventory and quotas are protected.</a:t>
            </a:r>
          </a:p>
          <a:p xmlns:a="http://schemas.openxmlformats.org/drawingml/2006/main">
            <a:r>
              <a:t/>
            </a:r>
          </a:p>
          <a:p xmlns:a="http://schemas.openxmlformats.org/drawingml/2006/main">
            <a:r>
              <a:t>Evidence: submission_bundle/validation-evidence.json; docs/model-assumptions.md; docs/rehearsal-pack.md. Results refer to the current source and expected build contract, not exhaustive proof. Harness SHA-256: b75030d6ecd33e8f80f5cdda39f2690a2a31688faad3f17d928f27c108e5507b.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6:20-7:25. There are 150 Linux tests, including the interface and stress regression subgroups, so do not add subgroup counts again. The separate stress benchmark has 474 expectations: 450 simulator cases plus 24 private local HTTP cases. Eighty feasible independent plans pass and 394 invalid decisions are correctly rejected. Thirteen interface tests use 32 loopback requests and no external model. All nine baseline gates are reference 1.0/no-op 0.0. Twelve isolation regressions execute against real containers. Final-commit GitHub workflow 40159891590 passed. Cold empty-cache build was 13.767 seconds against 180. Provenance v3 identifies expected source/build inputs, not live-daemon attestation.</a:t>
            </a:r>
          </a:p>
          <a:p xmlns:a="http://schemas.openxmlformats.org/drawingml/2006/main">
            <a:r>
              <a:t/>
            </a:r>
          </a:p>
          <a:p xmlns:a="http://schemas.openxmlformats.org/drawingml/2006/main">
            <a:r>
              <a:t>Evidence: submission_bundle/validation-evidence.json; docs/model-assumptions.md; docs/rehearsal-pack.md. Results refer to the current source and expected build contract, not exhaustive proof. Harness SHA-256: b75030d6ecd33e8f80f5cdda39f2690a2a31688faad3f17d928f27c108e5507b.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7:25-8:40. Four genuine gpt-6-luna attempts on current runtime source through the organizer endpoint. Three successes: unappended EPS seed zero, RF energy seed 101 and science seed 101. Observation seed 101 failed at .8. Do not describe 3/4 as an estimated general success rate. Only EPS has no append. The other three used a sample append; unknown judge Run B instructions are not tested. Complete raw replies, tools, results, errors and reward diagnostics are preserved. Timing uses the harness monotonic clock. No policy training is claimed. Honest model failure is a capability limit, distinct from false rewarded success.</a:t>
            </a:r>
          </a:p>
          <a:p xmlns:a="http://schemas.openxmlformats.org/drawingml/2006/main">
            <a:r>
              <a:t/>
            </a:r>
          </a:p>
          <a:p xmlns:a="http://schemas.openxmlformats.org/drawingml/2006/main">
            <a:r>
              <a:t>Evidence: submission_bundle/validation-evidence.json; docs/model-assumptions.md; docs/rehearsal-pack.md. Results refer to the current source and expected build contract, not exhaustive proof. Harness SHA-256: b75030d6ecd33e8f80f5cdda39f2690a2a31688faad3f17d928f27c108e5507b.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8:40-10:00. Run the unappended EPS recovery seed zero demo while continuing the presentation, as allowed in the PS. Clear APPEND_FILE and ensure inputs does not inherit append.txt. Use the normal Compose command; do not expose the .env. Explain baseline gates, one inspected fault, the repair and final named checks. Recorded matching-source evidence gives success 1.0 in 11 replies, 49.44 harness seconds. If provider/network fails, show the saved trajectory and clearly call it recorded. End with limitations: simplified scalar physics, finite adversarial coverage, only one live deployment tested. Public repo visibility is user requested but differs from the PS private rule. Organizer invitations were sent and await acceptance; the team submits the form itself. No actual judge score is claimed.</a:t>
            </a:r>
          </a:p>
          <a:p xmlns:a="http://schemas.openxmlformats.org/drawingml/2006/main">
            <a:r>
              <a:t/>
            </a:r>
          </a:p>
          <a:p xmlns:a="http://schemas.openxmlformats.org/drawingml/2006/main">
            <a:r>
              <a:t>Evidence: submission_bundle/validation-evidence.json; docs/model-assumptions.md; docs/rehearsal-pack.md. Results refer to the current source and expected build contract, not exhaustive proof. Harness SHA-256: b75030d6ecd33e8f80f5cdda39f2690a2a31688faad3f17d928f27c108e5507b.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b77c97f884e42bb"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5160b0f440ea4f41"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f003869b217a4e13"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42096544c564ed7"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ec4c220437354807"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d1511d147484b5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C1EF835-D145-42B3-B2E1-19EE280545D7}"/>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86FD2276-0138-41B4-883A-BCB3B41A1BFA}"/>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1375717-F534-4285-B936-F94F4372CB59}"/>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30435BD-1CDE-444D-806D-12BCB120A91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2D6582C3-AC14-445A-B4F2-331D22A5EC81}"/>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C6CEFD8-B21A-4168-B8EA-7D2636AA72F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3AAC8EA-EE45-40FE-9662-0A23F38A1D4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395A1240-8473-4451-8614-76AD5FAC796D}"/>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59DBCE4-1C3E-4C1B-A985-CBB403ACE78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FEF2D11-7EDD-46BC-977F-6F36E418AFA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d9af4c0516b4e19" /><Relationship Type="http://schemas.openxmlformats.org/officeDocument/2006/relationships/slideLayout" Target="/ppt/slideLayouts/slideLayout1.xml" Id="R27aba1cfb7cf4d89" /><Relationship Type="http://schemas.openxmlformats.org/officeDocument/2006/relationships/slideLayout" Target="/ppt/slideLayouts/slideLayout2.xml" Id="R4553430827974b13" /><Relationship Type="http://schemas.openxmlformats.org/officeDocument/2006/relationships/slideLayout" Target="/ppt/slideLayouts/slideLayout3.xml" Id="Rcb659d32d1e54165" /><Relationship Type="http://schemas.openxmlformats.org/officeDocument/2006/relationships/slideLayout" Target="/ppt/slideLayouts/slideLayout4.xml" Id="R4f5c650cef534d35" /><Relationship Type="http://schemas.openxmlformats.org/officeDocument/2006/relationships/slideLayout" Target="/ppt/slideLayouts/slideLayout5.xml" Id="Rcf23b87048024018" /><Relationship Type="http://schemas.openxmlformats.org/officeDocument/2006/relationships/slideLayout" Target="/ppt/slideLayouts/slideLayout6.xml" Id="R77ff4ecf9bf5410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7aba1cfb7cf4d89"/>
    <p:sldLayoutId xmlns:r="http://schemas.openxmlformats.org/officeDocument/2006/relationships" id="2147483650" r:id="R4553430827974b13"/>
    <p:sldLayoutId xmlns:r="http://schemas.openxmlformats.org/officeDocument/2006/relationships" id="2147483651" r:id="Rcb659d32d1e54165"/>
    <p:sldLayoutId xmlns:r="http://schemas.openxmlformats.org/officeDocument/2006/relationships" id="2147483652" r:id="R4f5c650cef534d35"/>
    <p:sldLayoutId xmlns:r="http://schemas.openxmlformats.org/officeDocument/2006/relationships" id="2147483653" r:id="Rcf23b87048024018"/>
    <p:sldLayoutId xmlns:r="http://schemas.openxmlformats.org/officeDocument/2006/relationships" id="2147483654" r:id="R77ff4ecf9bf5410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42f1c0e430444b68" /><Relationship Type="http://schemas.openxmlformats.org/officeDocument/2006/relationships/image" Target="/ppt/media/image.jpeg" Id="Ra301f81439b14b5a" /><Relationship Type="http://schemas.openxmlformats.org/officeDocument/2006/relationships/notesSlide" Target="/ppt/notesSlides/notesSlide1.xml" Id="R7bb0f2473db543e2"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ecaa700c8413483a" /><Relationship Type="http://schemas.openxmlformats.org/officeDocument/2006/relationships/notesSlide" Target="/ppt/notesSlides/notesSlide2.xml" Id="Rac667f136fad4ff7"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7fa12771ef08447b" /><Relationship Type="http://schemas.openxmlformats.org/officeDocument/2006/relationships/notesSlide" Target="/ppt/notesSlides/notesSlide3.xml" Id="R459564de73004d94"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3fd34569ebf549ec" /><Relationship Type="http://schemas.openxmlformats.org/officeDocument/2006/relationships/notesSlide" Target="/ppt/notesSlides/notesSlide4.xml" Id="Rb487e319c62f4cc1"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77b31914d59545e7" /><Relationship Type="http://schemas.openxmlformats.org/officeDocument/2006/relationships/notesSlide" Target="/ppt/notesSlides/notesSlide5.xml" Id="R5819439f223846cf"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6c423343481040f7" /><Relationship Type="http://schemas.openxmlformats.org/officeDocument/2006/relationships/notesSlide" Target="/ppt/notesSlides/notesSlide6.xml" Id="R6d2e2f29990c4752"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517482b16dbb4b5b" /><Relationship Type="http://schemas.openxmlformats.org/officeDocument/2006/relationships/notesSlide" Target="/ppt/notesSlides/notesSlide7.xml" Id="Rd3a9401f03fa4dfc"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439ee992f3b14118" /><Relationship Type="http://schemas.openxmlformats.org/officeDocument/2006/relationships/notesSlide" Target="/ppt/notesSlides/notesSlide8.xml" Id="R65a3203c23c44b90"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c12668eb573d4361" /><Relationship Type="http://schemas.openxmlformats.org/officeDocument/2006/relationships/notesSlide" Target="/ppt/notesSlides/notesSlide9.xml" Id="R1777d597287541c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724cba5fb34a497e" /><Relationship Type="http://schemas.openxmlformats.org/officeDocument/2006/relationships/notesSlide" Target="/ppt/notesSlides/notesSlide10.xml" Id="Rd410137a7e474883" /></Relationships>
</file>

<file path=ppt/slides/slide1.xml><?xml version="1.0" encoding="utf-8"?>
<p:sld xmlns:p="http://schemas.openxmlformats.org/presentationml/2006/main">
  <p:cSld>
    <p:bg>
      <p:bgPr>
        <a:solidFill xmlns:a="http://schemas.openxmlformats.org/drawingml/2006/main">
          <a:srgbClr val="102531"/>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81DF0BE2-5C9E-40EA-928A-672DB89C38C6}"/>
              </a:ext>
            </a:extLst>
          </p:cNvPr>
          <p:cNvPicPr>
            <a:picLocks xmlns:a="http://schemas.openxmlformats.org/drawingml/2006/main" noChangeAspect="1"/>
          </p:cNvPicPr>
          <p:nvPr/>
        </p:nvPicPr>
        <p:blipFill>
          <a:blip xmlns:r="http://schemas.openxmlformats.org/officeDocument/2006/relationships" xmlns:a="http://schemas.openxmlformats.org/drawingml/2006/main" r:embed="Ra301f81439b14b5a"/>
          <a:srcRect xmlns:a="http://schemas.openxmlformats.org/drawingml/2006/main" l="24769" t="0" r="24769" b="0"/>
          <a:stretch xmlns:a="http://schemas.openxmlformats.org/drawingml/2006/main">
            <a:fillRect l="0" t="0" r="0" b="0"/>
          </a:stretch>
        </p:blipFill>
        <p:spPr>
          <a:xfrm xmlns:a="http://schemas.openxmlformats.org/drawingml/2006/main">
            <a:off x="7000875" y="0"/>
            <a:ext cx="5191125"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F488563-046B-49F5-940A-984717EE8326}"/>
              </a:ext>
            </a:extLst>
          </p:cNvPr>
          <p:cNvSpPr>
            <a:spLocks xmlns:a="http://schemas.openxmlformats.org/drawingml/2006/main" noGrp="1"/>
          </p:cNvSpPr>
          <p:nvPr/>
        </p:nvSpPr>
        <p:spPr>
          <a:xfrm xmlns:a="http://schemas.openxmlformats.org/drawingml/2006/main">
            <a:off x="685800" y="685800"/>
            <a:ext cx="5715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1">
                <a:solidFill>
                  <a:srgbClr val="E6A082"/>
                </a:solidFill>
                <a:latin typeface="Arial"/>
                <a:ea typeface="Arial"/>
                <a:cs typeface="Arial"/>
              </a:defRPr>
            </a:defPPr>
            <a:lvl1pPr>
              <a:defRPr sz="1500" b="1">
                <a:solidFill>
                  <a:srgbClr val="E6A082"/>
                </a:solidFill>
                <a:latin typeface="Arial"/>
                <a:ea typeface="Arial"/>
                <a:cs typeface="Arial"/>
              </a:defRPr>
            </a:lvl1pPr>
            <a:lvl2pPr>
              <a:defRPr sz="1500" b="1">
                <a:solidFill>
                  <a:srgbClr val="E6A082"/>
                </a:solidFill>
                <a:latin typeface="Arial"/>
                <a:ea typeface="Arial"/>
                <a:cs typeface="Arial"/>
              </a:defRPr>
            </a:lvl2pPr>
            <a:lvl3pPr>
              <a:defRPr sz="1500" b="1">
                <a:solidFill>
                  <a:srgbClr val="E6A082"/>
                </a:solidFill>
                <a:latin typeface="Arial"/>
                <a:ea typeface="Arial"/>
                <a:cs typeface="Arial"/>
              </a:defRPr>
            </a:lvl3pPr>
            <a:lvl4pPr>
              <a:defRPr sz="1500" b="1">
                <a:solidFill>
                  <a:srgbClr val="E6A082"/>
                </a:solidFill>
                <a:latin typeface="Arial"/>
                <a:ea typeface="Arial"/>
                <a:cs typeface="Arial"/>
              </a:defRPr>
            </a:lvl4pPr>
            <a:lvl5pPr>
              <a:defRPr sz="1500" b="1">
                <a:solidFill>
                  <a:srgbClr val="E6A082"/>
                </a:solidFill>
                <a:latin typeface="Arial"/>
                <a:ea typeface="Arial"/>
                <a:cs typeface="Arial"/>
              </a:defRPr>
            </a:lvl5pPr>
            <a:lvl6pPr>
              <a:defRPr sz="1500" b="1">
                <a:solidFill>
                  <a:srgbClr val="E6A082"/>
                </a:solidFill>
                <a:latin typeface="Arial"/>
                <a:ea typeface="Arial"/>
                <a:cs typeface="Arial"/>
              </a:defRPr>
            </a:lvl6pPr>
            <a:lvl7pPr>
              <a:defRPr sz="1500" b="1">
                <a:solidFill>
                  <a:srgbClr val="E6A082"/>
                </a:solidFill>
                <a:latin typeface="Arial"/>
                <a:ea typeface="Arial"/>
                <a:cs typeface="Arial"/>
              </a:defRPr>
            </a:lvl7pPr>
            <a:lvl8pPr>
              <a:defRPr sz="1500" b="1">
                <a:solidFill>
                  <a:srgbClr val="E6A082"/>
                </a:solidFill>
                <a:latin typeface="Arial"/>
                <a:ea typeface="Arial"/>
                <a:cs typeface="Arial"/>
              </a:defRPr>
            </a:lvl8pPr>
            <a:lvl9pPr>
              <a:defRPr sz="1500" b="1">
                <a:solidFill>
                  <a:srgbClr val="E6A082"/>
                </a:solidFill>
                <a:latin typeface="Arial"/>
                <a:ea typeface="Arial"/>
                <a:cs typeface="Arial"/>
              </a:defRPr>
            </a:lvl9pPr>
          </a:lstStyle>
          <a:p xmlns:a="http://schemas.openxmlformats.org/drawingml/2006/main">
            <a:pPr>
              <a:defRPr sz="1500" b="1">
                <a:solidFill>
                  <a:srgbClr val="E6A082"/>
                </a:solidFill>
                <a:latin typeface="Arial"/>
                <a:ea typeface="Arial"/>
                <a:cs typeface="Arial"/>
              </a:defRPr>
            </a:pPr>
            <a:r>
              <a:rPr sz="1500" b="1">
                <a:solidFill>
                  <a:srgbClr val="E6A082"/>
                </a:solidFill>
                <a:latin typeface="Arial"/>
                <a:ea typeface="Arial"/>
                <a:cs typeface="Arial"/>
              </a:rPr>
              <a:t>TEAM ASTRO</a:t>
            </a:r>
          </a:p>
        </p:txBody>
      </p:sp>
      <p:sp>
        <p:nvSpPr>
          <p:cNvPr id="3" name="">
            <a:extLst xmlns:a="http://schemas.openxmlformats.org/drawingml/2006/main">
              <a:ext uri="{FF2B5EF4-FFF2-40B4-BE49-F238E27FC236}">
                <a16:creationId xmlns:a16="http://schemas.microsoft.com/office/drawing/2014/main" id="{CACB1607-394C-494A-B05E-CD97997F22BE}"/>
              </a:ext>
            </a:extLst>
          </p:cNvPr>
          <p:cNvSpPr>
            <a:spLocks xmlns:a="http://schemas.openxmlformats.org/drawingml/2006/main" noGrp="1"/>
          </p:cNvSpPr>
          <p:nvPr/>
        </p:nvSpPr>
        <p:spPr>
          <a:xfrm xmlns:a="http://schemas.openxmlformats.org/drawingml/2006/main">
            <a:off x="647700" y="2162175"/>
            <a:ext cx="633412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5700" b="1">
                <a:solidFill>
                  <a:srgbClr val="FFFFFF"/>
                </a:solidFill>
                <a:latin typeface="Arial"/>
                <a:ea typeface="Arial"/>
                <a:cs typeface="Arial"/>
              </a:defRPr>
            </a:defPPr>
            <a:lvl1pPr>
              <a:defRPr sz="5700" b="1">
                <a:solidFill>
                  <a:srgbClr val="FFFFFF"/>
                </a:solidFill>
                <a:latin typeface="Arial"/>
                <a:ea typeface="Arial"/>
                <a:cs typeface="Arial"/>
              </a:defRPr>
            </a:lvl1pPr>
            <a:lvl2pPr>
              <a:defRPr sz="5700" b="1">
                <a:solidFill>
                  <a:srgbClr val="FFFFFF"/>
                </a:solidFill>
                <a:latin typeface="Arial"/>
                <a:ea typeface="Arial"/>
                <a:cs typeface="Arial"/>
              </a:defRPr>
            </a:lvl2pPr>
            <a:lvl3pPr>
              <a:defRPr sz="5700" b="1">
                <a:solidFill>
                  <a:srgbClr val="FFFFFF"/>
                </a:solidFill>
                <a:latin typeface="Arial"/>
                <a:ea typeface="Arial"/>
                <a:cs typeface="Arial"/>
              </a:defRPr>
            </a:lvl3pPr>
            <a:lvl4pPr>
              <a:defRPr sz="5700" b="1">
                <a:solidFill>
                  <a:srgbClr val="FFFFFF"/>
                </a:solidFill>
                <a:latin typeface="Arial"/>
                <a:ea typeface="Arial"/>
                <a:cs typeface="Arial"/>
              </a:defRPr>
            </a:lvl4pPr>
            <a:lvl5pPr>
              <a:defRPr sz="5700" b="1">
                <a:solidFill>
                  <a:srgbClr val="FFFFFF"/>
                </a:solidFill>
                <a:latin typeface="Arial"/>
                <a:ea typeface="Arial"/>
                <a:cs typeface="Arial"/>
              </a:defRPr>
            </a:lvl5pPr>
            <a:lvl6pPr>
              <a:defRPr sz="5700" b="1">
                <a:solidFill>
                  <a:srgbClr val="FFFFFF"/>
                </a:solidFill>
                <a:latin typeface="Arial"/>
                <a:ea typeface="Arial"/>
                <a:cs typeface="Arial"/>
              </a:defRPr>
            </a:lvl6pPr>
            <a:lvl7pPr>
              <a:defRPr sz="5700" b="1">
                <a:solidFill>
                  <a:srgbClr val="FFFFFF"/>
                </a:solidFill>
                <a:latin typeface="Arial"/>
                <a:ea typeface="Arial"/>
                <a:cs typeface="Arial"/>
              </a:defRPr>
            </a:lvl7pPr>
            <a:lvl8pPr>
              <a:defRPr sz="5700" b="1">
                <a:solidFill>
                  <a:srgbClr val="FFFFFF"/>
                </a:solidFill>
                <a:latin typeface="Arial"/>
                <a:ea typeface="Arial"/>
                <a:cs typeface="Arial"/>
              </a:defRPr>
            </a:lvl8pPr>
            <a:lvl9pPr>
              <a:defRPr sz="5700" b="1">
                <a:solidFill>
                  <a:srgbClr val="FFFFFF"/>
                </a:solidFill>
                <a:latin typeface="Arial"/>
                <a:ea typeface="Arial"/>
                <a:cs typeface="Arial"/>
              </a:defRPr>
            </a:lvl9pPr>
          </a:lstStyle>
          <a:p xmlns:a="http://schemas.openxmlformats.org/drawingml/2006/main">
            <a:pPr>
              <a:defRPr sz="5700" b="1">
                <a:solidFill>
                  <a:srgbClr val="FFFFFF"/>
                </a:solidFill>
                <a:latin typeface="Arial"/>
                <a:ea typeface="Arial"/>
                <a:cs typeface="Arial"/>
              </a:defRPr>
            </a:pPr>
            <a:r>
              <a:rPr sz="5700" b="1">
                <a:solidFill>
                  <a:srgbClr val="FFFFFF"/>
                </a:solidFill>
                <a:latin typeface="Arial"/>
                <a:ea typeface="Arial"/>
                <a:cs typeface="Arial"/>
              </a:rPr>
              <a:t>AeroSentinel</a:t>
            </a:r>
          </a:p>
        </p:txBody>
      </p:sp>
      <p:sp>
        <p:nvSpPr>
          <p:cNvPr id="4" name="">
            <a:extLst xmlns:a="http://schemas.openxmlformats.org/drawingml/2006/main">
              <a:ext uri="{FF2B5EF4-FFF2-40B4-BE49-F238E27FC236}">
                <a16:creationId xmlns:a16="http://schemas.microsoft.com/office/drawing/2014/main" id="{F062E245-94BF-4D9C-92BC-F488055AB687}"/>
              </a:ext>
            </a:extLst>
          </p:cNvPr>
          <p:cNvSpPr>
            <a:spLocks xmlns:a="http://schemas.openxmlformats.org/drawingml/2006/main" noGrp="1"/>
          </p:cNvSpPr>
          <p:nvPr/>
        </p:nvSpPr>
        <p:spPr>
          <a:xfrm xmlns:a="http://schemas.openxmlformats.org/drawingml/2006/main">
            <a:off x="685800" y="3400425"/>
            <a:ext cx="600075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775" b="0">
                <a:solidFill>
                  <a:srgbClr val="FFFFFF"/>
                </a:solidFill>
                <a:latin typeface="Arial"/>
                <a:ea typeface="Arial"/>
                <a:cs typeface="Arial"/>
              </a:defRPr>
            </a:defPPr>
            <a:lvl1pPr>
              <a:defRPr sz="2775" b="0">
                <a:solidFill>
                  <a:srgbClr val="FFFFFF"/>
                </a:solidFill>
                <a:latin typeface="Arial"/>
                <a:ea typeface="Arial"/>
                <a:cs typeface="Arial"/>
              </a:defRPr>
            </a:lvl1pPr>
            <a:lvl2pPr>
              <a:defRPr sz="2775" b="0">
                <a:solidFill>
                  <a:srgbClr val="FFFFFF"/>
                </a:solidFill>
                <a:latin typeface="Arial"/>
                <a:ea typeface="Arial"/>
                <a:cs typeface="Arial"/>
              </a:defRPr>
            </a:lvl2pPr>
            <a:lvl3pPr>
              <a:defRPr sz="2775" b="0">
                <a:solidFill>
                  <a:srgbClr val="FFFFFF"/>
                </a:solidFill>
                <a:latin typeface="Arial"/>
                <a:ea typeface="Arial"/>
                <a:cs typeface="Arial"/>
              </a:defRPr>
            </a:lvl3pPr>
            <a:lvl4pPr>
              <a:defRPr sz="2775" b="0">
                <a:solidFill>
                  <a:srgbClr val="FFFFFF"/>
                </a:solidFill>
                <a:latin typeface="Arial"/>
                <a:ea typeface="Arial"/>
                <a:cs typeface="Arial"/>
              </a:defRPr>
            </a:lvl4pPr>
            <a:lvl5pPr>
              <a:defRPr sz="2775" b="0">
                <a:solidFill>
                  <a:srgbClr val="FFFFFF"/>
                </a:solidFill>
                <a:latin typeface="Arial"/>
                <a:ea typeface="Arial"/>
                <a:cs typeface="Arial"/>
              </a:defRPr>
            </a:lvl5pPr>
            <a:lvl6pPr>
              <a:defRPr sz="2775" b="0">
                <a:solidFill>
                  <a:srgbClr val="FFFFFF"/>
                </a:solidFill>
                <a:latin typeface="Arial"/>
                <a:ea typeface="Arial"/>
                <a:cs typeface="Arial"/>
              </a:defRPr>
            </a:lvl6pPr>
            <a:lvl7pPr>
              <a:defRPr sz="2775" b="0">
                <a:solidFill>
                  <a:srgbClr val="FFFFFF"/>
                </a:solidFill>
                <a:latin typeface="Arial"/>
                <a:ea typeface="Arial"/>
                <a:cs typeface="Arial"/>
              </a:defRPr>
            </a:lvl7pPr>
            <a:lvl8pPr>
              <a:defRPr sz="2775" b="0">
                <a:solidFill>
                  <a:srgbClr val="FFFFFF"/>
                </a:solidFill>
                <a:latin typeface="Arial"/>
                <a:ea typeface="Arial"/>
                <a:cs typeface="Arial"/>
              </a:defRPr>
            </a:lvl8pPr>
            <a:lvl9pPr>
              <a:defRPr sz="2775" b="0">
                <a:solidFill>
                  <a:srgbClr val="FFFFFF"/>
                </a:solidFill>
                <a:latin typeface="Arial"/>
                <a:ea typeface="Arial"/>
                <a:cs typeface="Arial"/>
              </a:defRPr>
            </a:lvl9pPr>
          </a:lstStyle>
          <a:p xmlns:a="http://schemas.openxmlformats.org/drawingml/2006/main">
            <a:pPr>
              <a:defRPr sz="2775" b="0">
                <a:solidFill>
                  <a:srgbClr val="FFFFFF"/>
                </a:solidFill>
                <a:latin typeface="Arial"/>
                <a:ea typeface="Arial"/>
                <a:cs typeface="Arial"/>
              </a:defRPr>
            </a:pPr>
            <a:r>
              <a:rPr sz="2775" b="0">
                <a:solidFill>
                  <a:srgbClr val="FFFFFF"/>
                </a:solidFill>
                <a:latin typeface="Arial"/>
                <a:ea typeface="Arial"/>
                <a:cs typeface="Arial"/>
              </a:rPr>
              <a:t>Satellite recovery</a:t>
            </a:r>
          </a:p>
          <a:p xmlns:a="http://schemas.openxmlformats.org/drawingml/2006/main">
            <a:pPr>
              <a:defRPr sz="2775" b="0">
                <a:solidFill>
                  <a:srgbClr val="FFFFFF"/>
                </a:solidFill>
                <a:latin typeface="Arial"/>
                <a:ea typeface="Arial"/>
                <a:cs typeface="Arial"/>
              </a:defRPr>
            </a:pPr>
            <a:r>
              <a:rPr sz="2775" b="0">
                <a:solidFill>
                  <a:srgbClr val="FFFFFF"/>
                </a:solidFill>
                <a:latin typeface="Arial"/>
                <a:ea typeface="Arial"/>
                <a:cs typeface="Arial"/>
              </a:rPr>
              <a:t>and mission planning</a:t>
            </a:r>
          </a:p>
        </p:txBody>
      </p:sp>
      <p:sp>
        <p:nvSpPr>
          <p:cNvPr id="5" name="">
            <a:extLst xmlns:a="http://schemas.openxmlformats.org/drawingml/2006/main">
              <a:ext uri="{FF2B5EF4-FFF2-40B4-BE49-F238E27FC236}">
                <a16:creationId xmlns:a16="http://schemas.microsoft.com/office/drawing/2014/main" id="{21C91CAB-572F-4E4A-B707-4A12D1668D43}"/>
              </a:ext>
            </a:extLst>
          </p:cNvPr>
          <p:cNvSpPr>
            <a:spLocks xmlns:a="http://schemas.openxmlformats.org/drawingml/2006/main" noGrp="1"/>
          </p:cNvSpPr>
          <p:nvPr/>
        </p:nvSpPr>
        <p:spPr>
          <a:xfrm xmlns:a="http://schemas.openxmlformats.org/drawingml/2006/main">
            <a:off x="685800" y="5248275"/>
            <a:ext cx="5810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B8C7CD"/>
                </a:solidFill>
                <a:latin typeface="Arial"/>
                <a:ea typeface="Arial"/>
                <a:cs typeface="Arial"/>
              </a:defRPr>
            </a:defPPr>
            <a:lvl1pPr>
              <a:defRPr sz="1800" b="0">
                <a:solidFill>
                  <a:srgbClr val="B8C7CD"/>
                </a:solidFill>
                <a:latin typeface="Arial"/>
                <a:ea typeface="Arial"/>
                <a:cs typeface="Arial"/>
              </a:defRPr>
            </a:lvl1pPr>
            <a:lvl2pPr>
              <a:defRPr sz="1800" b="0">
                <a:solidFill>
                  <a:srgbClr val="B8C7CD"/>
                </a:solidFill>
                <a:latin typeface="Arial"/>
                <a:ea typeface="Arial"/>
                <a:cs typeface="Arial"/>
              </a:defRPr>
            </a:lvl2pPr>
            <a:lvl3pPr>
              <a:defRPr sz="1800" b="0">
                <a:solidFill>
                  <a:srgbClr val="B8C7CD"/>
                </a:solidFill>
                <a:latin typeface="Arial"/>
                <a:ea typeface="Arial"/>
                <a:cs typeface="Arial"/>
              </a:defRPr>
            </a:lvl3pPr>
            <a:lvl4pPr>
              <a:defRPr sz="1800" b="0">
                <a:solidFill>
                  <a:srgbClr val="B8C7CD"/>
                </a:solidFill>
                <a:latin typeface="Arial"/>
                <a:ea typeface="Arial"/>
                <a:cs typeface="Arial"/>
              </a:defRPr>
            </a:lvl4pPr>
            <a:lvl5pPr>
              <a:defRPr sz="1800" b="0">
                <a:solidFill>
                  <a:srgbClr val="B8C7CD"/>
                </a:solidFill>
                <a:latin typeface="Arial"/>
                <a:ea typeface="Arial"/>
                <a:cs typeface="Arial"/>
              </a:defRPr>
            </a:lvl5pPr>
            <a:lvl6pPr>
              <a:defRPr sz="1800" b="0">
                <a:solidFill>
                  <a:srgbClr val="B8C7CD"/>
                </a:solidFill>
                <a:latin typeface="Arial"/>
                <a:ea typeface="Arial"/>
                <a:cs typeface="Arial"/>
              </a:defRPr>
            </a:lvl6pPr>
            <a:lvl7pPr>
              <a:defRPr sz="1800" b="0">
                <a:solidFill>
                  <a:srgbClr val="B8C7CD"/>
                </a:solidFill>
                <a:latin typeface="Arial"/>
                <a:ea typeface="Arial"/>
                <a:cs typeface="Arial"/>
              </a:defRPr>
            </a:lvl7pPr>
            <a:lvl8pPr>
              <a:defRPr sz="1800" b="0">
                <a:solidFill>
                  <a:srgbClr val="B8C7CD"/>
                </a:solidFill>
                <a:latin typeface="Arial"/>
                <a:ea typeface="Arial"/>
                <a:cs typeface="Arial"/>
              </a:defRPr>
            </a:lvl8pPr>
            <a:lvl9pPr>
              <a:defRPr sz="1800" b="0">
                <a:solidFill>
                  <a:srgbClr val="B8C7CD"/>
                </a:solidFill>
                <a:latin typeface="Arial"/>
                <a:ea typeface="Arial"/>
                <a:cs typeface="Arial"/>
              </a:defRPr>
            </a:lvl9pPr>
          </a:lstStyle>
          <a:p xmlns:a="http://schemas.openxmlformats.org/drawingml/2006/main">
            <a:pPr>
              <a:defRPr sz="1800" b="0">
                <a:solidFill>
                  <a:srgbClr val="B8C7CD"/>
                </a:solidFill>
                <a:latin typeface="Arial"/>
                <a:ea typeface="Arial"/>
                <a:cs typeface="Arial"/>
              </a:defRPr>
            </a:pPr>
            <a:r>
              <a:rPr sz="1800" b="0">
                <a:solidFill>
                  <a:srgbClr val="B8C7CD"/>
                </a:solidFill>
                <a:latin typeface="Arial"/>
                <a:ea typeface="Arial"/>
                <a:cs typeface="Arial"/>
              </a:rPr>
              <a:t>An evaluation environment</a:t>
            </a:r>
          </a:p>
          <a:p xmlns:a="http://schemas.openxmlformats.org/drawingml/2006/main">
            <a:pPr>
              <a:defRPr sz="1800" b="0">
                <a:solidFill>
                  <a:srgbClr val="B8C7CD"/>
                </a:solidFill>
                <a:latin typeface="Arial"/>
                <a:ea typeface="Arial"/>
                <a:cs typeface="Arial"/>
              </a:defRPr>
            </a:pPr>
            <a:r>
              <a:rPr sz="1800" b="0">
                <a:solidFill>
                  <a:srgbClr val="B8C7CD"/>
                </a:solidFill>
                <a:latin typeface="Arial"/>
                <a:ea typeface="Arial"/>
                <a:cs typeface="Arial"/>
              </a:rPr>
              <a:t>for tool-using agents</a:t>
            </a:r>
          </a:p>
        </p:txBody>
      </p:sp>
      <p:sp>
        <p:nvSpPr>
          <p:cNvPr id="6" name="">
            <a:extLst xmlns:a="http://schemas.openxmlformats.org/drawingml/2006/main">
              <a:ext uri="{FF2B5EF4-FFF2-40B4-BE49-F238E27FC236}">
                <a16:creationId xmlns:a16="http://schemas.microsoft.com/office/drawing/2014/main" id="{7BB8256C-20CD-43CD-9E93-EF6F7B1AD84F}"/>
              </a:ext>
            </a:extLst>
          </p:cNvPr>
          <p:cNvSpPr>
            <a:spLocks xmlns:a="http://schemas.openxmlformats.org/drawingml/2006/main" noGrp="1"/>
          </p:cNvSpPr>
          <p:nvPr/>
        </p:nvSpPr>
        <p:spPr>
          <a:xfrm xmlns:a="http://schemas.openxmlformats.org/drawingml/2006/main">
            <a:off x="685800" y="6400800"/>
            <a:ext cx="5524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B8C7CD"/>
                </a:solidFill>
                <a:latin typeface="Arial"/>
                <a:ea typeface="Arial"/>
                <a:cs typeface="Arial"/>
              </a:defRPr>
            </a:defPPr>
            <a:lvl1pPr>
              <a:defRPr sz="1125" b="0">
                <a:solidFill>
                  <a:srgbClr val="B8C7CD"/>
                </a:solidFill>
                <a:latin typeface="Arial"/>
                <a:ea typeface="Arial"/>
                <a:cs typeface="Arial"/>
              </a:defRPr>
            </a:lvl1pPr>
            <a:lvl2pPr>
              <a:defRPr sz="1125" b="0">
                <a:solidFill>
                  <a:srgbClr val="B8C7CD"/>
                </a:solidFill>
                <a:latin typeface="Arial"/>
                <a:ea typeface="Arial"/>
                <a:cs typeface="Arial"/>
              </a:defRPr>
            </a:lvl2pPr>
            <a:lvl3pPr>
              <a:defRPr sz="1125" b="0">
                <a:solidFill>
                  <a:srgbClr val="B8C7CD"/>
                </a:solidFill>
                <a:latin typeface="Arial"/>
                <a:ea typeface="Arial"/>
                <a:cs typeface="Arial"/>
              </a:defRPr>
            </a:lvl3pPr>
            <a:lvl4pPr>
              <a:defRPr sz="1125" b="0">
                <a:solidFill>
                  <a:srgbClr val="B8C7CD"/>
                </a:solidFill>
                <a:latin typeface="Arial"/>
                <a:ea typeface="Arial"/>
                <a:cs typeface="Arial"/>
              </a:defRPr>
            </a:lvl4pPr>
            <a:lvl5pPr>
              <a:defRPr sz="1125" b="0">
                <a:solidFill>
                  <a:srgbClr val="B8C7CD"/>
                </a:solidFill>
                <a:latin typeface="Arial"/>
                <a:ea typeface="Arial"/>
                <a:cs typeface="Arial"/>
              </a:defRPr>
            </a:lvl5pPr>
            <a:lvl6pPr>
              <a:defRPr sz="1125" b="0">
                <a:solidFill>
                  <a:srgbClr val="B8C7CD"/>
                </a:solidFill>
                <a:latin typeface="Arial"/>
                <a:ea typeface="Arial"/>
                <a:cs typeface="Arial"/>
              </a:defRPr>
            </a:lvl6pPr>
            <a:lvl7pPr>
              <a:defRPr sz="1125" b="0">
                <a:solidFill>
                  <a:srgbClr val="B8C7CD"/>
                </a:solidFill>
                <a:latin typeface="Arial"/>
                <a:ea typeface="Arial"/>
                <a:cs typeface="Arial"/>
              </a:defRPr>
            </a:lvl7pPr>
            <a:lvl8pPr>
              <a:defRPr sz="1125" b="0">
                <a:solidFill>
                  <a:srgbClr val="B8C7CD"/>
                </a:solidFill>
                <a:latin typeface="Arial"/>
                <a:ea typeface="Arial"/>
                <a:cs typeface="Arial"/>
              </a:defRPr>
            </a:lvl8pPr>
            <a:lvl9pPr>
              <a:defRPr sz="1125" b="0">
                <a:solidFill>
                  <a:srgbClr val="B8C7CD"/>
                </a:solidFill>
                <a:latin typeface="Arial"/>
                <a:ea typeface="Arial"/>
                <a:cs typeface="Arial"/>
              </a:defRPr>
            </a:lvl9pPr>
          </a:lstStyle>
          <a:p xmlns:a="http://schemas.openxmlformats.org/drawingml/2006/main">
            <a:pPr>
              <a:defRPr sz="1125" b="0">
                <a:solidFill>
                  <a:srgbClr val="B8C7CD"/>
                </a:solidFill>
                <a:latin typeface="Arial"/>
                <a:ea typeface="Arial"/>
                <a:cs typeface="Arial"/>
              </a:defRPr>
            </a:pPr>
            <a:r>
              <a:rPr sz="1125" b="0">
                <a:solidFill>
                  <a:srgbClr val="B8C7CD"/>
                </a:solidFill>
                <a:latin typeface="Arial"/>
                <a:ea typeface="Arial"/>
                <a:cs typeface="Arial"/>
              </a:rPr>
              <a:t>2une.ai RL Hackathon</a:t>
            </a:r>
          </a:p>
        </p:txBody>
      </p:sp>
    </p:spTree>
    <p:extLst>
      <p:ext uri="{BB962C8B-B14F-4D97-AF65-F5344CB8AC3E}">
        <p14:creationId xmlns:p14="http://schemas.microsoft.com/office/powerpoint/2010/main" val="1491543560"/>
      </p:ext>
    </p:extLst>
  </p:cSld>
</p:sld>
</file>

<file path=ppt/slides/slide2.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F1997C30-24F7-4E68-AEA7-29BAAEB1E9A0}"/>
              </a:ext>
            </a:extLst>
          </p:cNvPr>
          <p:cNvSpPr>
            <a:spLocks xmlns:a="http://schemas.openxmlformats.org/drawingml/2006/main" noGrp="1"/>
          </p:cNvSpPr>
          <p:nvPr/>
        </p:nvSpPr>
        <p:spPr>
          <a:xfrm xmlns:a="http://schemas.openxmlformats.org/drawingml/2006/main">
            <a:off x="685800" y="638175"/>
            <a:ext cx="108204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172B3A"/>
                </a:solidFill>
                <a:latin typeface="Arial"/>
                <a:ea typeface="Arial"/>
                <a:cs typeface="Arial"/>
              </a:defRPr>
            </a:defPPr>
            <a:lvl1pPr>
              <a:defRPr sz="3225" b="1">
                <a:solidFill>
                  <a:srgbClr val="172B3A"/>
                </a:solidFill>
                <a:latin typeface="Arial"/>
                <a:ea typeface="Arial"/>
                <a:cs typeface="Arial"/>
              </a:defRPr>
            </a:lvl1pPr>
            <a:lvl2pPr>
              <a:defRPr sz="3225" b="1">
                <a:solidFill>
                  <a:srgbClr val="172B3A"/>
                </a:solidFill>
                <a:latin typeface="Arial"/>
                <a:ea typeface="Arial"/>
                <a:cs typeface="Arial"/>
              </a:defRPr>
            </a:lvl2pPr>
            <a:lvl3pPr>
              <a:defRPr sz="3225" b="1">
                <a:solidFill>
                  <a:srgbClr val="172B3A"/>
                </a:solidFill>
                <a:latin typeface="Arial"/>
                <a:ea typeface="Arial"/>
                <a:cs typeface="Arial"/>
              </a:defRPr>
            </a:lvl3pPr>
            <a:lvl4pPr>
              <a:defRPr sz="3225" b="1">
                <a:solidFill>
                  <a:srgbClr val="172B3A"/>
                </a:solidFill>
                <a:latin typeface="Arial"/>
                <a:ea typeface="Arial"/>
                <a:cs typeface="Arial"/>
              </a:defRPr>
            </a:lvl4pPr>
            <a:lvl5pPr>
              <a:defRPr sz="3225" b="1">
                <a:solidFill>
                  <a:srgbClr val="172B3A"/>
                </a:solidFill>
                <a:latin typeface="Arial"/>
                <a:ea typeface="Arial"/>
                <a:cs typeface="Arial"/>
              </a:defRPr>
            </a:lvl5pPr>
            <a:lvl6pPr>
              <a:defRPr sz="3225" b="1">
                <a:solidFill>
                  <a:srgbClr val="172B3A"/>
                </a:solidFill>
                <a:latin typeface="Arial"/>
                <a:ea typeface="Arial"/>
                <a:cs typeface="Arial"/>
              </a:defRPr>
            </a:lvl6pPr>
            <a:lvl7pPr>
              <a:defRPr sz="3225" b="1">
                <a:solidFill>
                  <a:srgbClr val="172B3A"/>
                </a:solidFill>
                <a:latin typeface="Arial"/>
                <a:ea typeface="Arial"/>
                <a:cs typeface="Arial"/>
              </a:defRPr>
            </a:lvl7pPr>
            <a:lvl8pPr>
              <a:defRPr sz="3225" b="1">
                <a:solidFill>
                  <a:srgbClr val="172B3A"/>
                </a:solidFill>
                <a:latin typeface="Arial"/>
                <a:ea typeface="Arial"/>
                <a:cs typeface="Arial"/>
              </a:defRPr>
            </a:lvl8pPr>
            <a:lvl9pPr>
              <a:defRPr sz="3225" b="1">
                <a:solidFill>
                  <a:srgbClr val="172B3A"/>
                </a:solidFill>
                <a:latin typeface="Arial"/>
                <a:ea typeface="Arial"/>
                <a:cs typeface="Arial"/>
              </a:defRPr>
            </a:lvl9pPr>
          </a:lstStyle>
          <a:p xmlns:a="http://schemas.openxmlformats.org/drawingml/2006/main">
            <a:pPr>
              <a:defRPr sz="3225" b="1">
                <a:solidFill>
                  <a:srgbClr val="172B3A"/>
                </a:solidFill>
                <a:latin typeface="Arial"/>
                <a:ea typeface="Arial"/>
                <a:cs typeface="Arial"/>
              </a:defRPr>
            </a:pPr>
            <a:r>
              <a:rPr sz="3225" b="1">
                <a:solidFill>
                  <a:srgbClr val="172B3A"/>
                </a:solidFill>
                <a:latin typeface="Arial"/>
                <a:ea typeface="Arial"/>
                <a:cs typeface="Arial"/>
              </a:rPr>
              <a:t>The problem: a repair can arrive too late</a:t>
            </a:r>
          </a:p>
        </p:txBody>
      </p:sp>
      <p:sp>
        <p:nvSpPr>
          <p:cNvPr id="2" name="">
            <a:extLst xmlns:a="http://schemas.openxmlformats.org/drawingml/2006/main">
              <a:ext uri="{FF2B5EF4-FFF2-40B4-BE49-F238E27FC236}">
                <a16:creationId xmlns:a16="http://schemas.microsoft.com/office/drawing/2014/main" id="{8BC027C5-E9F3-4CA8-8AD2-4FA99D93B1BB}"/>
              </a:ext>
            </a:extLst>
          </p:cNvPr>
          <p:cNvSpPr>
            <a:spLocks xmlns:a="http://schemas.openxmlformats.org/drawingml/2006/main" noGrp="1"/>
          </p:cNvSpPr>
          <p:nvPr/>
        </p:nvSpPr>
        <p:spPr>
          <a:xfrm xmlns:a="http://schemas.openxmlformats.org/drawingml/2006/main">
            <a:off x="685800" y="6381750"/>
            <a:ext cx="33337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1">
                <a:solidFill>
                  <a:srgbClr val="60717A"/>
                </a:solidFill>
                <a:latin typeface="Arial"/>
                <a:ea typeface="Arial"/>
                <a:cs typeface="Arial"/>
              </a:defRPr>
            </a:defPPr>
            <a:lvl1pPr>
              <a:defRPr sz="1050" b="1">
                <a:solidFill>
                  <a:srgbClr val="60717A"/>
                </a:solidFill>
                <a:latin typeface="Arial"/>
                <a:ea typeface="Arial"/>
                <a:cs typeface="Arial"/>
              </a:defRPr>
            </a:lvl1pPr>
            <a:lvl2pPr>
              <a:defRPr sz="1050" b="1">
                <a:solidFill>
                  <a:srgbClr val="60717A"/>
                </a:solidFill>
                <a:latin typeface="Arial"/>
                <a:ea typeface="Arial"/>
                <a:cs typeface="Arial"/>
              </a:defRPr>
            </a:lvl2pPr>
            <a:lvl3pPr>
              <a:defRPr sz="1050" b="1">
                <a:solidFill>
                  <a:srgbClr val="60717A"/>
                </a:solidFill>
                <a:latin typeface="Arial"/>
                <a:ea typeface="Arial"/>
                <a:cs typeface="Arial"/>
              </a:defRPr>
            </a:lvl3pPr>
            <a:lvl4pPr>
              <a:defRPr sz="1050" b="1">
                <a:solidFill>
                  <a:srgbClr val="60717A"/>
                </a:solidFill>
                <a:latin typeface="Arial"/>
                <a:ea typeface="Arial"/>
                <a:cs typeface="Arial"/>
              </a:defRPr>
            </a:lvl4pPr>
            <a:lvl5pPr>
              <a:defRPr sz="1050" b="1">
                <a:solidFill>
                  <a:srgbClr val="60717A"/>
                </a:solidFill>
                <a:latin typeface="Arial"/>
                <a:ea typeface="Arial"/>
                <a:cs typeface="Arial"/>
              </a:defRPr>
            </a:lvl5pPr>
            <a:lvl6pPr>
              <a:defRPr sz="1050" b="1">
                <a:solidFill>
                  <a:srgbClr val="60717A"/>
                </a:solidFill>
                <a:latin typeface="Arial"/>
                <a:ea typeface="Arial"/>
                <a:cs typeface="Arial"/>
              </a:defRPr>
            </a:lvl6pPr>
            <a:lvl7pPr>
              <a:defRPr sz="1050" b="1">
                <a:solidFill>
                  <a:srgbClr val="60717A"/>
                </a:solidFill>
                <a:latin typeface="Arial"/>
                <a:ea typeface="Arial"/>
                <a:cs typeface="Arial"/>
              </a:defRPr>
            </a:lvl7pPr>
            <a:lvl8pPr>
              <a:defRPr sz="1050" b="1">
                <a:solidFill>
                  <a:srgbClr val="60717A"/>
                </a:solidFill>
                <a:latin typeface="Arial"/>
                <a:ea typeface="Arial"/>
                <a:cs typeface="Arial"/>
              </a:defRPr>
            </a:lvl8pPr>
            <a:lvl9pPr>
              <a:defRPr sz="1050" b="1">
                <a:solidFill>
                  <a:srgbClr val="60717A"/>
                </a:solidFill>
                <a:latin typeface="Arial"/>
                <a:ea typeface="Arial"/>
                <a:cs typeface="Arial"/>
              </a:defRPr>
            </a:lvl9pPr>
          </a:lstStyle>
          <a:p xmlns:a="http://schemas.openxmlformats.org/drawingml/2006/main">
            <a:pPr>
              <a:defRPr sz="1050" b="1">
                <a:solidFill>
                  <a:srgbClr val="60717A"/>
                </a:solidFill>
                <a:latin typeface="Arial"/>
                <a:ea typeface="Arial"/>
                <a:cs typeface="Arial"/>
              </a:defRPr>
            </a:pPr>
            <a:r>
              <a:rPr sz="1050" b="1">
                <a:solidFill>
                  <a:srgbClr val="60717A"/>
                </a:solidFill>
                <a:latin typeface="Arial"/>
                <a:ea typeface="Arial"/>
                <a:cs typeface="Arial"/>
              </a:rPr>
              <a:t>ASTRO</a:t>
            </a:r>
          </a:p>
        </p:txBody>
      </p:sp>
      <p:sp>
        <p:nvSpPr>
          <p:cNvPr id="3" name="">
            <a:extLst xmlns:a="http://schemas.openxmlformats.org/drawingml/2006/main">
              <a:ext uri="{FF2B5EF4-FFF2-40B4-BE49-F238E27FC236}">
                <a16:creationId xmlns:a16="http://schemas.microsoft.com/office/drawing/2014/main" id="{9EFEBD6F-9980-4A22-A85E-DA8BEEE8109D}"/>
              </a:ext>
            </a:extLst>
          </p:cNvPr>
          <p:cNvSpPr>
            <a:spLocks xmlns:a="http://schemas.openxmlformats.org/drawingml/2006/main" noGrp="1"/>
          </p:cNvSpPr>
          <p:nvPr/>
        </p:nvSpPr>
        <p:spPr>
          <a:xfrm xmlns:a="http://schemas.openxmlformats.org/drawingml/2006/main">
            <a:off x="11182350" y="6381750"/>
            <a:ext cx="333375"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0">
                <a:solidFill>
                  <a:srgbClr val="60717A"/>
                </a:solidFill>
                <a:latin typeface="Arial"/>
                <a:ea typeface="Arial"/>
                <a:cs typeface="Arial"/>
              </a:defRPr>
            </a:defPPr>
            <a:lvl1pPr>
              <a:defRPr sz="1050" b="0">
                <a:solidFill>
                  <a:srgbClr val="60717A"/>
                </a:solidFill>
                <a:latin typeface="Arial"/>
                <a:ea typeface="Arial"/>
                <a:cs typeface="Arial"/>
              </a:defRPr>
            </a:lvl1pPr>
            <a:lvl2pPr>
              <a:defRPr sz="1050" b="0">
                <a:solidFill>
                  <a:srgbClr val="60717A"/>
                </a:solidFill>
                <a:latin typeface="Arial"/>
                <a:ea typeface="Arial"/>
                <a:cs typeface="Arial"/>
              </a:defRPr>
            </a:lvl2pPr>
            <a:lvl3pPr>
              <a:defRPr sz="1050" b="0">
                <a:solidFill>
                  <a:srgbClr val="60717A"/>
                </a:solidFill>
                <a:latin typeface="Arial"/>
                <a:ea typeface="Arial"/>
                <a:cs typeface="Arial"/>
              </a:defRPr>
            </a:lvl3pPr>
            <a:lvl4pPr>
              <a:defRPr sz="1050" b="0">
                <a:solidFill>
                  <a:srgbClr val="60717A"/>
                </a:solidFill>
                <a:latin typeface="Arial"/>
                <a:ea typeface="Arial"/>
                <a:cs typeface="Arial"/>
              </a:defRPr>
            </a:lvl4pPr>
            <a:lvl5pPr>
              <a:defRPr sz="1050" b="0">
                <a:solidFill>
                  <a:srgbClr val="60717A"/>
                </a:solidFill>
                <a:latin typeface="Arial"/>
                <a:ea typeface="Arial"/>
                <a:cs typeface="Arial"/>
              </a:defRPr>
            </a:lvl5pPr>
            <a:lvl6pPr>
              <a:defRPr sz="1050" b="0">
                <a:solidFill>
                  <a:srgbClr val="60717A"/>
                </a:solidFill>
                <a:latin typeface="Arial"/>
                <a:ea typeface="Arial"/>
                <a:cs typeface="Arial"/>
              </a:defRPr>
            </a:lvl6pPr>
            <a:lvl7pPr>
              <a:defRPr sz="1050" b="0">
                <a:solidFill>
                  <a:srgbClr val="60717A"/>
                </a:solidFill>
                <a:latin typeface="Arial"/>
                <a:ea typeface="Arial"/>
                <a:cs typeface="Arial"/>
              </a:defRPr>
            </a:lvl7pPr>
            <a:lvl8pPr>
              <a:defRPr sz="1050" b="0">
                <a:solidFill>
                  <a:srgbClr val="60717A"/>
                </a:solidFill>
                <a:latin typeface="Arial"/>
                <a:ea typeface="Arial"/>
                <a:cs typeface="Arial"/>
              </a:defRPr>
            </a:lvl8pPr>
            <a:lvl9pPr>
              <a:defRPr sz="1050" b="0">
                <a:solidFill>
                  <a:srgbClr val="60717A"/>
                </a:solidFill>
                <a:latin typeface="Arial"/>
                <a:ea typeface="Arial"/>
                <a:cs typeface="Arial"/>
              </a:defRPr>
            </a:lvl9pPr>
          </a:lstStyle>
          <a:p xmlns:a="http://schemas.openxmlformats.org/drawingml/2006/main">
            <a:pPr>
              <a:defRPr sz="1050" b="0">
                <a:solidFill>
                  <a:srgbClr val="60717A"/>
                </a:solidFill>
                <a:latin typeface="Arial"/>
                <a:ea typeface="Arial"/>
                <a:cs typeface="Arial"/>
              </a:defRPr>
            </a:pPr>
            <a:r>
              <a:rPr sz="1050" b="0">
                <a:solidFill>
                  <a:srgbClr val="60717A"/>
                </a:solidFill>
                <a:latin typeface="Arial"/>
                <a:ea typeface="Arial"/>
                <a:cs typeface="Arial"/>
              </a:rPr>
              <a:t>02</a:t>
            </a:r>
          </a:p>
        </p:txBody>
      </p:sp>
      <p:sp>
        <p:nvSpPr>
          <p:cNvPr id="4" name="">
            <a:extLst xmlns:a="http://schemas.openxmlformats.org/drawingml/2006/main">
              <a:ext uri="{FF2B5EF4-FFF2-40B4-BE49-F238E27FC236}">
                <a16:creationId xmlns:a16="http://schemas.microsoft.com/office/drawing/2014/main" id="{C7A8FA1A-5125-406A-9FC2-97CDC45CB5AD}"/>
              </a:ext>
            </a:extLst>
          </p:cNvPr>
          <p:cNvSpPr>
            <a:spLocks xmlns:a="http://schemas.openxmlformats.org/drawingml/2006/main" noGrp="1"/>
          </p:cNvSpPr>
          <p:nvPr/>
        </p:nvSpPr>
        <p:spPr>
          <a:xfrm xmlns:a="http://schemas.openxmlformats.org/drawingml/2006/main">
            <a:off x="685800" y="2076450"/>
            <a:ext cx="7143750" cy="1704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700" b="1">
                <a:solidFill>
                  <a:srgbClr val="172B3A"/>
                </a:solidFill>
                <a:latin typeface="Arial"/>
                <a:ea typeface="Arial"/>
                <a:cs typeface="Arial"/>
              </a:defRPr>
            </a:defPPr>
            <a:lvl1pPr>
              <a:defRPr sz="2700" b="1">
                <a:solidFill>
                  <a:srgbClr val="172B3A"/>
                </a:solidFill>
                <a:latin typeface="Arial"/>
                <a:ea typeface="Arial"/>
                <a:cs typeface="Arial"/>
              </a:defRPr>
            </a:lvl1pPr>
            <a:lvl2pPr>
              <a:defRPr sz="2700" b="1">
                <a:solidFill>
                  <a:srgbClr val="172B3A"/>
                </a:solidFill>
                <a:latin typeface="Arial"/>
                <a:ea typeface="Arial"/>
                <a:cs typeface="Arial"/>
              </a:defRPr>
            </a:lvl2pPr>
            <a:lvl3pPr>
              <a:defRPr sz="2700" b="1">
                <a:solidFill>
                  <a:srgbClr val="172B3A"/>
                </a:solidFill>
                <a:latin typeface="Arial"/>
                <a:ea typeface="Arial"/>
                <a:cs typeface="Arial"/>
              </a:defRPr>
            </a:lvl3pPr>
            <a:lvl4pPr>
              <a:defRPr sz="2700" b="1">
                <a:solidFill>
                  <a:srgbClr val="172B3A"/>
                </a:solidFill>
                <a:latin typeface="Arial"/>
                <a:ea typeface="Arial"/>
                <a:cs typeface="Arial"/>
              </a:defRPr>
            </a:lvl4pPr>
            <a:lvl5pPr>
              <a:defRPr sz="2700" b="1">
                <a:solidFill>
                  <a:srgbClr val="172B3A"/>
                </a:solidFill>
                <a:latin typeface="Arial"/>
                <a:ea typeface="Arial"/>
                <a:cs typeface="Arial"/>
              </a:defRPr>
            </a:lvl5pPr>
            <a:lvl6pPr>
              <a:defRPr sz="2700" b="1">
                <a:solidFill>
                  <a:srgbClr val="172B3A"/>
                </a:solidFill>
                <a:latin typeface="Arial"/>
                <a:ea typeface="Arial"/>
                <a:cs typeface="Arial"/>
              </a:defRPr>
            </a:lvl6pPr>
            <a:lvl7pPr>
              <a:defRPr sz="2700" b="1">
                <a:solidFill>
                  <a:srgbClr val="172B3A"/>
                </a:solidFill>
                <a:latin typeface="Arial"/>
                <a:ea typeface="Arial"/>
                <a:cs typeface="Arial"/>
              </a:defRPr>
            </a:lvl7pPr>
            <a:lvl8pPr>
              <a:defRPr sz="2700" b="1">
                <a:solidFill>
                  <a:srgbClr val="172B3A"/>
                </a:solidFill>
                <a:latin typeface="Arial"/>
                <a:ea typeface="Arial"/>
                <a:cs typeface="Arial"/>
              </a:defRPr>
            </a:lvl8pPr>
            <a:lvl9pPr>
              <a:defRPr sz="2700" b="1">
                <a:solidFill>
                  <a:srgbClr val="172B3A"/>
                </a:solidFill>
                <a:latin typeface="Arial"/>
                <a:ea typeface="Arial"/>
                <a:cs typeface="Arial"/>
              </a:defRPr>
            </a:lvl9pPr>
          </a:lstStyle>
          <a:p xmlns:a="http://schemas.openxmlformats.org/drawingml/2006/main">
            <a:pPr>
              <a:defRPr sz="2700" b="1">
                <a:solidFill>
                  <a:srgbClr val="172B3A"/>
                </a:solidFill>
                <a:latin typeface="Arial"/>
                <a:ea typeface="Arial"/>
                <a:cs typeface="Arial"/>
              </a:defRPr>
            </a:pPr>
            <a:r>
              <a:rPr sz="2700" b="1">
                <a:solidFill>
                  <a:srgbClr val="172B3A"/>
                </a:solidFill>
                <a:latin typeface="Arial"/>
                <a:ea typeface="Arial"/>
                <a:cs typeface="Arial"/>
              </a:rPr>
              <a:t>A satellite has limited power,</a:t>
            </a:r>
          </a:p>
          <a:p xmlns:a="http://schemas.openxmlformats.org/drawingml/2006/main">
            <a:pPr>
              <a:defRPr sz="2700" b="1">
                <a:solidFill>
                  <a:srgbClr val="172B3A"/>
                </a:solidFill>
                <a:latin typeface="Arial"/>
                <a:ea typeface="Arial"/>
                <a:cs typeface="Arial"/>
              </a:defRPr>
            </a:pPr>
            <a:r>
              <a:rPr sz="2700" b="1">
                <a:solidFill>
                  <a:srgbClr val="172B3A"/>
                </a:solidFill>
                <a:latin typeface="Arial"/>
                <a:ea typeface="Arial"/>
                <a:cs typeface="Arial"/>
              </a:rPr>
              <a:t>short contact windows,</a:t>
            </a:r>
          </a:p>
          <a:p xmlns:a="http://schemas.openxmlformats.org/drawingml/2006/main">
            <a:pPr>
              <a:defRPr sz="2700" b="1">
                <a:solidFill>
                  <a:srgbClr val="172B3A"/>
                </a:solidFill>
                <a:latin typeface="Arial"/>
                <a:ea typeface="Arial"/>
                <a:cs typeface="Arial"/>
              </a:defRPr>
            </a:pPr>
            <a:r>
              <a:rPr sz="2700" b="1">
                <a:solidFill>
                  <a:srgbClr val="172B3A"/>
                </a:solidFill>
                <a:latin typeface="Arial"/>
                <a:ea typeface="Arial"/>
                <a:cs typeface="Arial"/>
              </a:rPr>
              <a:t>and data it cannot afford to lose.</a:t>
            </a:r>
          </a:p>
        </p:txBody>
      </p:sp>
      <p:sp>
        <p:nvSpPr>
          <p:cNvPr id="5" name="">
            <a:extLst xmlns:a="http://schemas.openxmlformats.org/drawingml/2006/main">
              <a:ext uri="{FF2B5EF4-FFF2-40B4-BE49-F238E27FC236}">
                <a16:creationId xmlns:a16="http://schemas.microsoft.com/office/drawing/2014/main" id="{F30A82E2-5226-47E8-AFCA-5D9AE295A01E}"/>
              </a:ext>
            </a:extLst>
          </p:cNvPr>
          <p:cNvSpPr>
            <a:spLocks xmlns:a="http://schemas.openxmlformats.org/drawingml/2006/main" noGrp="1"/>
          </p:cNvSpPr>
          <p:nvPr/>
        </p:nvSpPr>
        <p:spPr>
          <a:xfrm xmlns:a="http://schemas.openxmlformats.org/drawingml/2006/main">
            <a:off x="685800" y="4257675"/>
            <a:ext cx="7429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60717A"/>
                </a:solidFill>
                <a:latin typeface="Arial"/>
                <a:ea typeface="Arial"/>
                <a:cs typeface="Arial"/>
              </a:defRPr>
            </a:defPPr>
            <a:lvl1pPr>
              <a:defRPr sz="2175" b="0">
                <a:solidFill>
                  <a:srgbClr val="60717A"/>
                </a:solidFill>
                <a:latin typeface="Arial"/>
                <a:ea typeface="Arial"/>
                <a:cs typeface="Arial"/>
              </a:defRPr>
            </a:lvl1pPr>
            <a:lvl2pPr>
              <a:defRPr sz="2175" b="0">
                <a:solidFill>
                  <a:srgbClr val="60717A"/>
                </a:solidFill>
                <a:latin typeface="Arial"/>
                <a:ea typeface="Arial"/>
                <a:cs typeface="Arial"/>
              </a:defRPr>
            </a:lvl2pPr>
            <a:lvl3pPr>
              <a:defRPr sz="2175" b="0">
                <a:solidFill>
                  <a:srgbClr val="60717A"/>
                </a:solidFill>
                <a:latin typeface="Arial"/>
                <a:ea typeface="Arial"/>
                <a:cs typeface="Arial"/>
              </a:defRPr>
            </a:lvl3pPr>
            <a:lvl4pPr>
              <a:defRPr sz="2175" b="0">
                <a:solidFill>
                  <a:srgbClr val="60717A"/>
                </a:solidFill>
                <a:latin typeface="Arial"/>
                <a:ea typeface="Arial"/>
                <a:cs typeface="Arial"/>
              </a:defRPr>
            </a:lvl4pPr>
            <a:lvl5pPr>
              <a:defRPr sz="2175" b="0">
                <a:solidFill>
                  <a:srgbClr val="60717A"/>
                </a:solidFill>
                <a:latin typeface="Arial"/>
                <a:ea typeface="Arial"/>
                <a:cs typeface="Arial"/>
              </a:defRPr>
            </a:lvl5pPr>
            <a:lvl6pPr>
              <a:defRPr sz="2175" b="0">
                <a:solidFill>
                  <a:srgbClr val="60717A"/>
                </a:solidFill>
                <a:latin typeface="Arial"/>
                <a:ea typeface="Arial"/>
                <a:cs typeface="Arial"/>
              </a:defRPr>
            </a:lvl6pPr>
            <a:lvl7pPr>
              <a:defRPr sz="2175" b="0">
                <a:solidFill>
                  <a:srgbClr val="60717A"/>
                </a:solidFill>
                <a:latin typeface="Arial"/>
                <a:ea typeface="Arial"/>
                <a:cs typeface="Arial"/>
              </a:defRPr>
            </a:lvl7pPr>
            <a:lvl8pPr>
              <a:defRPr sz="2175" b="0">
                <a:solidFill>
                  <a:srgbClr val="60717A"/>
                </a:solidFill>
                <a:latin typeface="Arial"/>
                <a:ea typeface="Arial"/>
                <a:cs typeface="Arial"/>
              </a:defRPr>
            </a:lvl8pPr>
            <a:lvl9pPr>
              <a:defRPr sz="2175" b="0">
                <a:solidFill>
                  <a:srgbClr val="60717A"/>
                </a:solidFill>
                <a:latin typeface="Arial"/>
                <a:ea typeface="Arial"/>
                <a:cs typeface="Arial"/>
              </a:defRPr>
            </a:lvl9pPr>
          </a:lstStyle>
          <a:p xmlns:a="http://schemas.openxmlformats.org/drawingml/2006/main">
            <a:pPr>
              <a:defRPr sz="2175" b="0">
                <a:solidFill>
                  <a:srgbClr val="60717A"/>
                </a:solidFill>
                <a:latin typeface="Arial"/>
                <a:ea typeface="Arial"/>
                <a:cs typeface="Arial"/>
              </a:defRPr>
            </a:pPr>
            <a:r>
              <a:rPr sz="2175" b="0">
                <a:solidFill>
                  <a:srgbClr val="60717A"/>
                </a:solidFill>
                <a:latin typeface="Arial"/>
                <a:ea typeface="Arial"/>
                <a:cs typeface="Arial"/>
              </a:rPr>
              <a:t>Reading a manual is only the start. The agent must decide what to change and when to act.</a:t>
            </a:r>
          </a:p>
        </p:txBody>
      </p:sp>
      <p:sp>
        <p:nvSpPr>
          <p:cNvPr id="6" name="">
            <a:extLst xmlns:a="http://schemas.openxmlformats.org/drawingml/2006/main">
              <a:ext uri="{FF2B5EF4-FFF2-40B4-BE49-F238E27FC236}">
                <a16:creationId xmlns:a16="http://schemas.microsoft.com/office/drawing/2014/main" id="{BC2D211A-5B3E-4DE9-AF40-7E1A5B9B6915}"/>
              </a:ext>
            </a:extLst>
          </p:cNvPr>
          <p:cNvSpPr>
            <a:spLocks xmlns:a="http://schemas.openxmlformats.org/drawingml/2006/main" noGrp="1"/>
          </p:cNvSpPr>
          <p:nvPr/>
        </p:nvSpPr>
        <p:spPr>
          <a:xfrm xmlns:a="http://schemas.openxmlformats.org/drawingml/2006/main">
            <a:off x="9277350" y="2114550"/>
            <a:ext cx="2095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b="1">
                <a:solidFill>
                  <a:srgbClr val="C85D37"/>
                </a:solidFill>
                <a:latin typeface="Arial"/>
                <a:ea typeface="Arial"/>
                <a:cs typeface="Arial"/>
              </a:defRPr>
            </a:defPPr>
            <a:lvl1pPr>
              <a:defRPr sz="2400" b="1">
                <a:solidFill>
                  <a:srgbClr val="C85D37"/>
                </a:solidFill>
                <a:latin typeface="Arial"/>
                <a:ea typeface="Arial"/>
                <a:cs typeface="Arial"/>
              </a:defRPr>
            </a:lvl1pPr>
            <a:lvl2pPr>
              <a:defRPr sz="2400" b="1">
                <a:solidFill>
                  <a:srgbClr val="C85D37"/>
                </a:solidFill>
                <a:latin typeface="Arial"/>
                <a:ea typeface="Arial"/>
                <a:cs typeface="Arial"/>
              </a:defRPr>
            </a:lvl2pPr>
            <a:lvl3pPr>
              <a:defRPr sz="2400" b="1">
                <a:solidFill>
                  <a:srgbClr val="C85D37"/>
                </a:solidFill>
                <a:latin typeface="Arial"/>
                <a:ea typeface="Arial"/>
                <a:cs typeface="Arial"/>
              </a:defRPr>
            </a:lvl3pPr>
            <a:lvl4pPr>
              <a:defRPr sz="2400" b="1">
                <a:solidFill>
                  <a:srgbClr val="C85D37"/>
                </a:solidFill>
                <a:latin typeface="Arial"/>
                <a:ea typeface="Arial"/>
                <a:cs typeface="Arial"/>
              </a:defRPr>
            </a:lvl4pPr>
            <a:lvl5pPr>
              <a:defRPr sz="2400" b="1">
                <a:solidFill>
                  <a:srgbClr val="C85D37"/>
                </a:solidFill>
                <a:latin typeface="Arial"/>
                <a:ea typeface="Arial"/>
                <a:cs typeface="Arial"/>
              </a:defRPr>
            </a:lvl5pPr>
            <a:lvl6pPr>
              <a:defRPr sz="2400" b="1">
                <a:solidFill>
                  <a:srgbClr val="C85D37"/>
                </a:solidFill>
                <a:latin typeface="Arial"/>
                <a:ea typeface="Arial"/>
                <a:cs typeface="Arial"/>
              </a:defRPr>
            </a:lvl6pPr>
            <a:lvl7pPr>
              <a:defRPr sz="2400" b="1">
                <a:solidFill>
                  <a:srgbClr val="C85D37"/>
                </a:solidFill>
                <a:latin typeface="Arial"/>
                <a:ea typeface="Arial"/>
                <a:cs typeface="Arial"/>
              </a:defRPr>
            </a:lvl7pPr>
            <a:lvl8pPr>
              <a:defRPr sz="2400" b="1">
                <a:solidFill>
                  <a:srgbClr val="C85D37"/>
                </a:solidFill>
                <a:latin typeface="Arial"/>
                <a:ea typeface="Arial"/>
                <a:cs typeface="Arial"/>
              </a:defRPr>
            </a:lvl8pPr>
            <a:lvl9pPr>
              <a:defRPr sz="2400" b="1">
                <a:solidFill>
                  <a:srgbClr val="C85D37"/>
                </a:solidFill>
                <a:latin typeface="Arial"/>
                <a:ea typeface="Arial"/>
                <a:cs typeface="Arial"/>
              </a:defRPr>
            </a:lvl9pPr>
          </a:lstStyle>
          <a:p xmlns:a="http://schemas.openxmlformats.org/drawingml/2006/main">
            <a:pPr>
              <a:defRPr sz="2400" b="1">
                <a:solidFill>
                  <a:srgbClr val="C85D37"/>
                </a:solidFill>
                <a:latin typeface="Arial"/>
                <a:ea typeface="Arial"/>
                <a:cs typeface="Arial"/>
              </a:defRPr>
            </a:pPr>
            <a:r>
              <a:rPr sz="2400" b="1">
                <a:solidFill>
                  <a:srgbClr val="C85D37"/>
                </a:solidFill>
                <a:latin typeface="Arial"/>
                <a:ea typeface="Arial"/>
                <a:cs typeface="Arial"/>
              </a:rPr>
              <a:t>Time</a:t>
            </a:r>
          </a:p>
        </p:txBody>
      </p:sp>
      <p:sp>
        <p:nvSpPr>
          <p:cNvPr id="7" name="">
            <a:extLst xmlns:a="http://schemas.openxmlformats.org/drawingml/2006/main">
              <a:ext uri="{FF2B5EF4-FFF2-40B4-BE49-F238E27FC236}">
                <a16:creationId xmlns:a16="http://schemas.microsoft.com/office/drawing/2014/main" id="{A02947AA-CF1E-4491-94D9-9B0B6650896D}"/>
              </a:ext>
            </a:extLst>
          </p:cNvPr>
          <p:cNvSpPr>
            <a:spLocks xmlns:a="http://schemas.openxmlformats.org/drawingml/2006/main" noGrp="1"/>
          </p:cNvSpPr>
          <p:nvPr/>
        </p:nvSpPr>
        <p:spPr>
          <a:xfrm xmlns:a="http://schemas.openxmlformats.org/drawingml/2006/main">
            <a:off x="9277350" y="3067050"/>
            <a:ext cx="2095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b="1">
                <a:solidFill>
                  <a:srgbClr val="C85D37"/>
                </a:solidFill>
                <a:latin typeface="Arial"/>
                <a:ea typeface="Arial"/>
                <a:cs typeface="Arial"/>
              </a:defRPr>
            </a:defPPr>
            <a:lvl1pPr>
              <a:defRPr sz="2400" b="1">
                <a:solidFill>
                  <a:srgbClr val="C85D37"/>
                </a:solidFill>
                <a:latin typeface="Arial"/>
                <a:ea typeface="Arial"/>
                <a:cs typeface="Arial"/>
              </a:defRPr>
            </a:lvl1pPr>
            <a:lvl2pPr>
              <a:defRPr sz="2400" b="1">
                <a:solidFill>
                  <a:srgbClr val="C85D37"/>
                </a:solidFill>
                <a:latin typeface="Arial"/>
                <a:ea typeface="Arial"/>
                <a:cs typeface="Arial"/>
              </a:defRPr>
            </a:lvl2pPr>
            <a:lvl3pPr>
              <a:defRPr sz="2400" b="1">
                <a:solidFill>
                  <a:srgbClr val="C85D37"/>
                </a:solidFill>
                <a:latin typeface="Arial"/>
                <a:ea typeface="Arial"/>
                <a:cs typeface="Arial"/>
              </a:defRPr>
            </a:lvl3pPr>
            <a:lvl4pPr>
              <a:defRPr sz="2400" b="1">
                <a:solidFill>
                  <a:srgbClr val="C85D37"/>
                </a:solidFill>
                <a:latin typeface="Arial"/>
                <a:ea typeface="Arial"/>
                <a:cs typeface="Arial"/>
              </a:defRPr>
            </a:lvl4pPr>
            <a:lvl5pPr>
              <a:defRPr sz="2400" b="1">
                <a:solidFill>
                  <a:srgbClr val="C85D37"/>
                </a:solidFill>
                <a:latin typeface="Arial"/>
                <a:ea typeface="Arial"/>
                <a:cs typeface="Arial"/>
              </a:defRPr>
            </a:lvl5pPr>
            <a:lvl6pPr>
              <a:defRPr sz="2400" b="1">
                <a:solidFill>
                  <a:srgbClr val="C85D37"/>
                </a:solidFill>
                <a:latin typeface="Arial"/>
                <a:ea typeface="Arial"/>
                <a:cs typeface="Arial"/>
              </a:defRPr>
            </a:lvl6pPr>
            <a:lvl7pPr>
              <a:defRPr sz="2400" b="1">
                <a:solidFill>
                  <a:srgbClr val="C85D37"/>
                </a:solidFill>
                <a:latin typeface="Arial"/>
                <a:ea typeface="Arial"/>
                <a:cs typeface="Arial"/>
              </a:defRPr>
            </a:lvl7pPr>
            <a:lvl8pPr>
              <a:defRPr sz="2400" b="1">
                <a:solidFill>
                  <a:srgbClr val="C85D37"/>
                </a:solidFill>
                <a:latin typeface="Arial"/>
                <a:ea typeface="Arial"/>
                <a:cs typeface="Arial"/>
              </a:defRPr>
            </a:lvl8pPr>
            <a:lvl9pPr>
              <a:defRPr sz="2400" b="1">
                <a:solidFill>
                  <a:srgbClr val="C85D37"/>
                </a:solidFill>
                <a:latin typeface="Arial"/>
                <a:ea typeface="Arial"/>
                <a:cs typeface="Arial"/>
              </a:defRPr>
            </a:lvl9pPr>
          </a:lstStyle>
          <a:p xmlns:a="http://schemas.openxmlformats.org/drawingml/2006/main">
            <a:pPr>
              <a:defRPr sz="2400" b="1">
                <a:solidFill>
                  <a:srgbClr val="C85D37"/>
                </a:solidFill>
                <a:latin typeface="Arial"/>
                <a:ea typeface="Arial"/>
                <a:cs typeface="Arial"/>
              </a:defRPr>
            </a:pPr>
            <a:r>
              <a:rPr sz="2400" b="1">
                <a:solidFill>
                  <a:srgbClr val="C85D37"/>
                </a:solidFill>
                <a:latin typeface="Arial"/>
                <a:ea typeface="Arial"/>
                <a:cs typeface="Arial"/>
              </a:rPr>
              <a:t>Energy</a:t>
            </a:r>
          </a:p>
        </p:txBody>
      </p:sp>
      <p:sp>
        <p:nvSpPr>
          <p:cNvPr id="8" name="">
            <a:extLst xmlns:a="http://schemas.openxmlformats.org/drawingml/2006/main">
              <a:ext uri="{FF2B5EF4-FFF2-40B4-BE49-F238E27FC236}">
                <a16:creationId xmlns:a16="http://schemas.microsoft.com/office/drawing/2014/main" id="{9DCAA7EF-23D6-4803-83D1-22B7F30F6E31}"/>
              </a:ext>
            </a:extLst>
          </p:cNvPr>
          <p:cNvSpPr>
            <a:spLocks xmlns:a="http://schemas.openxmlformats.org/drawingml/2006/main" noGrp="1"/>
          </p:cNvSpPr>
          <p:nvPr/>
        </p:nvSpPr>
        <p:spPr>
          <a:xfrm xmlns:a="http://schemas.openxmlformats.org/drawingml/2006/main">
            <a:off x="9277350" y="4019550"/>
            <a:ext cx="2095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b="1">
                <a:solidFill>
                  <a:srgbClr val="C85D37"/>
                </a:solidFill>
                <a:latin typeface="Arial"/>
                <a:ea typeface="Arial"/>
                <a:cs typeface="Arial"/>
              </a:defRPr>
            </a:defPPr>
            <a:lvl1pPr>
              <a:defRPr sz="2400" b="1">
                <a:solidFill>
                  <a:srgbClr val="C85D37"/>
                </a:solidFill>
                <a:latin typeface="Arial"/>
                <a:ea typeface="Arial"/>
                <a:cs typeface="Arial"/>
              </a:defRPr>
            </a:lvl1pPr>
            <a:lvl2pPr>
              <a:defRPr sz="2400" b="1">
                <a:solidFill>
                  <a:srgbClr val="C85D37"/>
                </a:solidFill>
                <a:latin typeface="Arial"/>
                <a:ea typeface="Arial"/>
                <a:cs typeface="Arial"/>
              </a:defRPr>
            </a:lvl2pPr>
            <a:lvl3pPr>
              <a:defRPr sz="2400" b="1">
                <a:solidFill>
                  <a:srgbClr val="C85D37"/>
                </a:solidFill>
                <a:latin typeface="Arial"/>
                <a:ea typeface="Arial"/>
                <a:cs typeface="Arial"/>
              </a:defRPr>
            </a:lvl3pPr>
            <a:lvl4pPr>
              <a:defRPr sz="2400" b="1">
                <a:solidFill>
                  <a:srgbClr val="C85D37"/>
                </a:solidFill>
                <a:latin typeface="Arial"/>
                <a:ea typeface="Arial"/>
                <a:cs typeface="Arial"/>
              </a:defRPr>
            </a:lvl4pPr>
            <a:lvl5pPr>
              <a:defRPr sz="2400" b="1">
                <a:solidFill>
                  <a:srgbClr val="C85D37"/>
                </a:solidFill>
                <a:latin typeface="Arial"/>
                <a:ea typeface="Arial"/>
                <a:cs typeface="Arial"/>
              </a:defRPr>
            </a:lvl5pPr>
            <a:lvl6pPr>
              <a:defRPr sz="2400" b="1">
                <a:solidFill>
                  <a:srgbClr val="C85D37"/>
                </a:solidFill>
                <a:latin typeface="Arial"/>
                <a:ea typeface="Arial"/>
                <a:cs typeface="Arial"/>
              </a:defRPr>
            </a:lvl6pPr>
            <a:lvl7pPr>
              <a:defRPr sz="2400" b="1">
                <a:solidFill>
                  <a:srgbClr val="C85D37"/>
                </a:solidFill>
                <a:latin typeface="Arial"/>
                <a:ea typeface="Arial"/>
                <a:cs typeface="Arial"/>
              </a:defRPr>
            </a:lvl7pPr>
            <a:lvl8pPr>
              <a:defRPr sz="2400" b="1">
                <a:solidFill>
                  <a:srgbClr val="C85D37"/>
                </a:solidFill>
                <a:latin typeface="Arial"/>
                <a:ea typeface="Arial"/>
                <a:cs typeface="Arial"/>
              </a:defRPr>
            </a:lvl8pPr>
            <a:lvl9pPr>
              <a:defRPr sz="2400" b="1">
                <a:solidFill>
                  <a:srgbClr val="C85D37"/>
                </a:solidFill>
                <a:latin typeface="Arial"/>
                <a:ea typeface="Arial"/>
                <a:cs typeface="Arial"/>
              </a:defRPr>
            </a:lvl9pPr>
          </a:lstStyle>
          <a:p xmlns:a="http://schemas.openxmlformats.org/drawingml/2006/main">
            <a:pPr>
              <a:defRPr sz="2400" b="1">
                <a:solidFill>
                  <a:srgbClr val="C85D37"/>
                </a:solidFill>
                <a:latin typeface="Arial"/>
                <a:ea typeface="Arial"/>
                <a:cs typeface="Arial"/>
              </a:defRPr>
            </a:pPr>
            <a:r>
              <a:rPr sz="2400" b="1">
                <a:solidFill>
                  <a:srgbClr val="C85D37"/>
                </a:solidFill>
                <a:latin typeface="Arial"/>
                <a:ea typeface="Arial"/>
                <a:cs typeface="Arial"/>
              </a:rPr>
              <a:t>Storage</a:t>
            </a:r>
          </a:p>
        </p:txBody>
      </p:sp>
      <p:sp>
        <p:nvSpPr>
          <p:cNvPr id="9" name="">
            <a:extLst xmlns:a="http://schemas.openxmlformats.org/drawingml/2006/main">
              <a:ext uri="{FF2B5EF4-FFF2-40B4-BE49-F238E27FC236}">
                <a16:creationId xmlns:a16="http://schemas.microsoft.com/office/drawing/2014/main" id="{D4210C26-E1B0-40CA-89C3-BA35A4361C53}"/>
              </a:ext>
            </a:extLst>
          </p:cNvPr>
          <p:cNvSpPr>
            <a:spLocks xmlns:a="http://schemas.openxmlformats.org/drawingml/2006/main" noGrp="1"/>
          </p:cNvSpPr>
          <p:nvPr/>
        </p:nvSpPr>
        <p:spPr>
          <a:xfrm xmlns:a="http://schemas.openxmlformats.org/drawingml/2006/main">
            <a:off x="685800" y="5629275"/>
            <a:ext cx="10477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20776D"/>
                </a:solidFill>
                <a:latin typeface="Arial"/>
                <a:ea typeface="Arial"/>
                <a:cs typeface="Arial"/>
              </a:defRPr>
            </a:defPPr>
            <a:lvl1pPr>
              <a:defRPr sz="2250" b="1">
                <a:solidFill>
                  <a:srgbClr val="20776D"/>
                </a:solidFill>
                <a:latin typeface="Arial"/>
                <a:ea typeface="Arial"/>
                <a:cs typeface="Arial"/>
              </a:defRPr>
            </a:lvl1pPr>
            <a:lvl2pPr>
              <a:defRPr sz="2250" b="1">
                <a:solidFill>
                  <a:srgbClr val="20776D"/>
                </a:solidFill>
                <a:latin typeface="Arial"/>
                <a:ea typeface="Arial"/>
                <a:cs typeface="Arial"/>
              </a:defRPr>
            </a:lvl2pPr>
            <a:lvl3pPr>
              <a:defRPr sz="2250" b="1">
                <a:solidFill>
                  <a:srgbClr val="20776D"/>
                </a:solidFill>
                <a:latin typeface="Arial"/>
                <a:ea typeface="Arial"/>
                <a:cs typeface="Arial"/>
              </a:defRPr>
            </a:lvl3pPr>
            <a:lvl4pPr>
              <a:defRPr sz="2250" b="1">
                <a:solidFill>
                  <a:srgbClr val="20776D"/>
                </a:solidFill>
                <a:latin typeface="Arial"/>
                <a:ea typeface="Arial"/>
                <a:cs typeface="Arial"/>
              </a:defRPr>
            </a:lvl4pPr>
            <a:lvl5pPr>
              <a:defRPr sz="2250" b="1">
                <a:solidFill>
                  <a:srgbClr val="20776D"/>
                </a:solidFill>
                <a:latin typeface="Arial"/>
                <a:ea typeface="Arial"/>
                <a:cs typeface="Arial"/>
              </a:defRPr>
            </a:lvl5pPr>
            <a:lvl6pPr>
              <a:defRPr sz="2250" b="1">
                <a:solidFill>
                  <a:srgbClr val="20776D"/>
                </a:solidFill>
                <a:latin typeface="Arial"/>
                <a:ea typeface="Arial"/>
                <a:cs typeface="Arial"/>
              </a:defRPr>
            </a:lvl6pPr>
            <a:lvl7pPr>
              <a:defRPr sz="2250" b="1">
                <a:solidFill>
                  <a:srgbClr val="20776D"/>
                </a:solidFill>
                <a:latin typeface="Arial"/>
                <a:ea typeface="Arial"/>
                <a:cs typeface="Arial"/>
              </a:defRPr>
            </a:lvl7pPr>
            <a:lvl8pPr>
              <a:defRPr sz="2250" b="1">
                <a:solidFill>
                  <a:srgbClr val="20776D"/>
                </a:solidFill>
                <a:latin typeface="Arial"/>
                <a:ea typeface="Arial"/>
                <a:cs typeface="Arial"/>
              </a:defRPr>
            </a:lvl8pPr>
            <a:lvl9pPr>
              <a:defRPr sz="2250" b="1">
                <a:solidFill>
                  <a:srgbClr val="20776D"/>
                </a:solidFill>
                <a:latin typeface="Arial"/>
                <a:ea typeface="Arial"/>
                <a:cs typeface="Arial"/>
              </a:defRPr>
            </a:lvl9pPr>
          </a:lstStyle>
          <a:p xmlns:a="http://schemas.openxmlformats.org/drawingml/2006/main">
            <a:pPr>
              <a:defRPr sz="2250" b="1">
                <a:solidFill>
                  <a:srgbClr val="20776D"/>
                </a:solidFill>
                <a:latin typeface="Arial"/>
                <a:ea typeface="Arial"/>
                <a:cs typeface="Arial"/>
              </a:defRPr>
            </a:pPr>
            <a:r>
              <a:rPr sz="2250" b="1">
                <a:solidFill>
                  <a:srgbClr val="20776D"/>
                </a:solidFill>
                <a:latin typeface="Arial"/>
                <a:ea typeface="Arial"/>
                <a:cs typeface="Arial"/>
              </a:rPr>
              <a:t>AeroSentinel scores the mission history.</a:t>
            </a:r>
          </a:p>
        </p:txBody>
      </p:sp>
    </p:spTree>
    <p:extLst>
      <p:ext uri="{BB962C8B-B14F-4D97-AF65-F5344CB8AC3E}">
        <p14:creationId xmlns:p14="http://schemas.microsoft.com/office/powerpoint/2010/main" val="723400324"/>
      </p:ext>
    </p:extLst>
  </p:cSld>
</p:sld>
</file>

<file path=ppt/slides/slide3.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B3B06942-7459-431B-96E8-F432E69E7BBA}"/>
              </a:ext>
            </a:extLst>
          </p:cNvPr>
          <p:cNvSpPr>
            <a:spLocks xmlns:a="http://schemas.openxmlformats.org/drawingml/2006/main" noGrp="1"/>
          </p:cNvSpPr>
          <p:nvPr/>
        </p:nvSpPr>
        <p:spPr>
          <a:xfrm xmlns:a="http://schemas.openxmlformats.org/drawingml/2006/main">
            <a:off x="685800" y="638175"/>
            <a:ext cx="108204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172B3A"/>
                </a:solidFill>
                <a:latin typeface="Arial"/>
                <a:ea typeface="Arial"/>
                <a:cs typeface="Arial"/>
              </a:defRPr>
            </a:defPPr>
            <a:lvl1pPr>
              <a:defRPr sz="3225" b="1">
                <a:solidFill>
                  <a:srgbClr val="172B3A"/>
                </a:solidFill>
                <a:latin typeface="Arial"/>
                <a:ea typeface="Arial"/>
                <a:cs typeface="Arial"/>
              </a:defRPr>
            </a:lvl1pPr>
            <a:lvl2pPr>
              <a:defRPr sz="3225" b="1">
                <a:solidFill>
                  <a:srgbClr val="172B3A"/>
                </a:solidFill>
                <a:latin typeface="Arial"/>
                <a:ea typeface="Arial"/>
                <a:cs typeface="Arial"/>
              </a:defRPr>
            </a:lvl2pPr>
            <a:lvl3pPr>
              <a:defRPr sz="3225" b="1">
                <a:solidFill>
                  <a:srgbClr val="172B3A"/>
                </a:solidFill>
                <a:latin typeface="Arial"/>
                <a:ea typeface="Arial"/>
                <a:cs typeface="Arial"/>
              </a:defRPr>
            </a:lvl3pPr>
            <a:lvl4pPr>
              <a:defRPr sz="3225" b="1">
                <a:solidFill>
                  <a:srgbClr val="172B3A"/>
                </a:solidFill>
                <a:latin typeface="Arial"/>
                <a:ea typeface="Arial"/>
                <a:cs typeface="Arial"/>
              </a:defRPr>
            </a:lvl4pPr>
            <a:lvl5pPr>
              <a:defRPr sz="3225" b="1">
                <a:solidFill>
                  <a:srgbClr val="172B3A"/>
                </a:solidFill>
                <a:latin typeface="Arial"/>
                <a:ea typeface="Arial"/>
                <a:cs typeface="Arial"/>
              </a:defRPr>
            </a:lvl5pPr>
            <a:lvl6pPr>
              <a:defRPr sz="3225" b="1">
                <a:solidFill>
                  <a:srgbClr val="172B3A"/>
                </a:solidFill>
                <a:latin typeface="Arial"/>
                <a:ea typeface="Arial"/>
                <a:cs typeface="Arial"/>
              </a:defRPr>
            </a:lvl6pPr>
            <a:lvl7pPr>
              <a:defRPr sz="3225" b="1">
                <a:solidFill>
                  <a:srgbClr val="172B3A"/>
                </a:solidFill>
                <a:latin typeface="Arial"/>
                <a:ea typeface="Arial"/>
                <a:cs typeface="Arial"/>
              </a:defRPr>
            </a:lvl7pPr>
            <a:lvl8pPr>
              <a:defRPr sz="3225" b="1">
                <a:solidFill>
                  <a:srgbClr val="172B3A"/>
                </a:solidFill>
                <a:latin typeface="Arial"/>
                <a:ea typeface="Arial"/>
                <a:cs typeface="Arial"/>
              </a:defRPr>
            </a:lvl8pPr>
            <a:lvl9pPr>
              <a:defRPr sz="3225" b="1">
                <a:solidFill>
                  <a:srgbClr val="172B3A"/>
                </a:solidFill>
                <a:latin typeface="Arial"/>
                <a:ea typeface="Arial"/>
                <a:cs typeface="Arial"/>
              </a:defRPr>
            </a:lvl9pPr>
          </a:lstStyle>
          <a:p xmlns:a="http://schemas.openxmlformats.org/drawingml/2006/main">
            <a:pPr>
              <a:defRPr sz="3225" b="1">
                <a:solidFill>
                  <a:srgbClr val="172B3A"/>
                </a:solidFill>
                <a:latin typeface="Arial"/>
                <a:ea typeface="Arial"/>
                <a:cs typeface="Arial"/>
              </a:defRPr>
            </a:pPr>
            <a:r>
              <a:rPr sz="3225" b="1">
                <a:solidFill>
                  <a:srgbClr val="172B3A"/>
                </a:solidFill>
                <a:latin typeface="Arial"/>
                <a:ea typeface="Arial"/>
                <a:cs typeface="Arial"/>
              </a:rPr>
              <a:t>How an episode works</a:t>
            </a:r>
          </a:p>
        </p:txBody>
      </p:sp>
      <p:sp>
        <p:nvSpPr>
          <p:cNvPr id="2" name="">
            <a:extLst xmlns:a="http://schemas.openxmlformats.org/drawingml/2006/main">
              <a:ext uri="{FF2B5EF4-FFF2-40B4-BE49-F238E27FC236}">
                <a16:creationId xmlns:a16="http://schemas.microsoft.com/office/drawing/2014/main" id="{407E0091-A80B-486C-B724-907907858A6B}"/>
              </a:ext>
            </a:extLst>
          </p:cNvPr>
          <p:cNvSpPr>
            <a:spLocks xmlns:a="http://schemas.openxmlformats.org/drawingml/2006/main" noGrp="1"/>
          </p:cNvSpPr>
          <p:nvPr/>
        </p:nvSpPr>
        <p:spPr>
          <a:xfrm xmlns:a="http://schemas.openxmlformats.org/drawingml/2006/main">
            <a:off x="685800" y="6381750"/>
            <a:ext cx="33337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1">
                <a:solidFill>
                  <a:srgbClr val="60717A"/>
                </a:solidFill>
                <a:latin typeface="Arial"/>
                <a:ea typeface="Arial"/>
                <a:cs typeface="Arial"/>
              </a:defRPr>
            </a:defPPr>
            <a:lvl1pPr>
              <a:defRPr sz="1050" b="1">
                <a:solidFill>
                  <a:srgbClr val="60717A"/>
                </a:solidFill>
                <a:latin typeface="Arial"/>
                <a:ea typeface="Arial"/>
                <a:cs typeface="Arial"/>
              </a:defRPr>
            </a:lvl1pPr>
            <a:lvl2pPr>
              <a:defRPr sz="1050" b="1">
                <a:solidFill>
                  <a:srgbClr val="60717A"/>
                </a:solidFill>
                <a:latin typeface="Arial"/>
                <a:ea typeface="Arial"/>
                <a:cs typeface="Arial"/>
              </a:defRPr>
            </a:lvl2pPr>
            <a:lvl3pPr>
              <a:defRPr sz="1050" b="1">
                <a:solidFill>
                  <a:srgbClr val="60717A"/>
                </a:solidFill>
                <a:latin typeface="Arial"/>
                <a:ea typeface="Arial"/>
                <a:cs typeface="Arial"/>
              </a:defRPr>
            </a:lvl3pPr>
            <a:lvl4pPr>
              <a:defRPr sz="1050" b="1">
                <a:solidFill>
                  <a:srgbClr val="60717A"/>
                </a:solidFill>
                <a:latin typeface="Arial"/>
                <a:ea typeface="Arial"/>
                <a:cs typeface="Arial"/>
              </a:defRPr>
            </a:lvl4pPr>
            <a:lvl5pPr>
              <a:defRPr sz="1050" b="1">
                <a:solidFill>
                  <a:srgbClr val="60717A"/>
                </a:solidFill>
                <a:latin typeface="Arial"/>
                <a:ea typeface="Arial"/>
                <a:cs typeface="Arial"/>
              </a:defRPr>
            </a:lvl5pPr>
            <a:lvl6pPr>
              <a:defRPr sz="1050" b="1">
                <a:solidFill>
                  <a:srgbClr val="60717A"/>
                </a:solidFill>
                <a:latin typeface="Arial"/>
                <a:ea typeface="Arial"/>
                <a:cs typeface="Arial"/>
              </a:defRPr>
            </a:lvl6pPr>
            <a:lvl7pPr>
              <a:defRPr sz="1050" b="1">
                <a:solidFill>
                  <a:srgbClr val="60717A"/>
                </a:solidFill>
                <a:latin typeface="Arial"/>
                <a:ea typeface="Arial"/>
                <a:cs typeface="Arial"/>
              </a:defRPr>
            </a:lvl7pPr>
            <a:lvl8pPr>
              <a:defRPr sz="1050" b="1">
                <a:solidFill>
                  <a:srgbClr val="60717A"/>
                </a:solidFill>
                <a:latin typeface="Arial"/>
                <a:ea typeface="Arial"/>
                <a:cs typeface="Arial"/>
              </a:defRPr>
            </a:lvl8pPr>
            <a:lvl9pPr>
              <a:defRPr sz="1050" b="1">
                <a:solidFill>
                  <a:srgbClr val="60717A"/>
                </a:solidFill>
                <a:latin typeface="Arial"/>
                <a:ea typeface="Arial"/>
                <a:cs typeface="Arial"/>
              </a:defRPr>
            </a:lvl9pPr>
          </a:lstStyle>
          <a:p xmlns:a="http://schemas.openxmlformats.org/drawingml/2006/main">
            <a:pPr>
              <a:defRPr sz="1050" b="1">
                <a:solidFill>
                  <a:srgbClr val="60717A"/>
                </a:solidFill>
                <a:latin typeface="Arial"/>
                <a:ea typeface="Arial"/>
                <a:cs typeface="Arial"/>
              </a:defRPr>
            </a:pPr>
            <a:r>
              <a:rPr sz="1050" b="1">
                <a:solidFill>
                  <a:srgbClr val="60717A"/>
                </a:solidFill>
                <a:latin typeface="Arial"/>
                <a:ea typeface="Arial"/>
                <a:cs typeface="Arial"/>
              </a:rPr>
              <a:t>ASTRO</a:t>
            </a:r>
          </a:p>
        </p:txBody>
      </p:sp>
      <p:sp>
        <p:nvSpPr>
          <p:cNvPr id="3" name="">
            <a:extLst xmlns:a="http://schemas.openxmlformats.org/drawingml/2006/main">
              <a:ext uri="{FF2B5EF4-FFF2-40B4-BE49-F238E27FC236}">
                <a16:creationId xmlns:a16="http://schemas.microsoft.com/office/drawing/2014/main" id="{76B7C16F-3F22-4E3F-9322-8F86F239D395}"/>
              </a:ext>
            </a:extLst>
          </p:cNvPr>
          <p:cNvSpPr>
            <a:spLocks xmlns:a="http://schemas.openxmlformats.org/drawingml/2006/main" noGrp="1"/>
          </p:cNvSpPr>
          <p:nvPr/>
        </p:nvSpPr>
        <p:spPr>
          <a:xfrm xmlns:a="http://schemas.openxmlformats.org/drawingml/2006/main">
            <a:off x="11182350" y="6381750"/>
            <a:ext cx="333375"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0">
                <a:solidFill>
                  <a:srgbClr val="60717A"/>
                </a:solidFill>
                <a:latin typeface="Arial"/>
                <a:ea typeface="Arial"/>
                <a:cs typeface="Arial"/>
              </a:defRPr>
            </a:defPPr>
            <a:lvl1pPr>
              <a:defRPr sz="1050" b="0">
                <a:solidFill>
                  <a:srgbClr val="60717A"/>
                </a:solidFill>
                <a:latin typeface="Arial"/>
                <a:ea typeface="Arial"/>
                <a:cs typeface="Arial"/>
              </a:defRPr>
            </a:lvl1pPr>
            <a:lvl2pPr>
              <a:defRPr sz="1050" b="0">
                <a:solidFill>
                  <a:srgbClr val="60717A"/>
                </a:solidFill>
                <a:latin typeface="Arial"/>
                <a:ea typeface="Arial"/>
                <a:cs typeface="Arial"/>
              </a:defRPr>
            </a:lvl2pPr>
            <a:lvl3pPr>
              <a:defRPr sz="1050" b="0">
                <a:solidFill>
                  <a:srgbClr val="60717A"/>
                </a:solidFill>
                <a:latin typeface="Arial"/>
                <a:ea typeface="Arial"/>
                <a:cs typeface="Arial"/>
              </a:defRPr>
            </a:lvl3pPr>
            <a:lvl4pPr>
              <a:defRPr sz="1050" b="0">
                <a:solidFill>
                  <a:srgbClr val="60717A"/>
                </a:solidFill>
                <a:latin typeface="Arial"/>
                <a:ea typeface="Arial"/>
                <a:cs typeface="Arial"/>
              </a:defRPr>
            </a:lvl4pPr>
            <a:lvl5pPr>
              <a:defRPr sz="1050" b="0">
                <a:solidFill>
                  <a:srgbClr val="60717A"/>
                </a:solidFill>
                <a:latin typeface="Arial"/>
                <a:ea typeface="Arial"/>
                <a:cs typeface="Arial"/>
              </a:defRPr>
            </a:lvl5pPr>
            <a:lvl6pPr>
              <a:defRPr sz="1050" b="0">
                <a:solidFill>
                  <a:srgbClr val="60717A"/>
                </a:solidFill>
                <a:latin typeface="Arial"/>
                <a:ea typeface="Arial"/>
                <a:cs typeface="Arial"/>
              </a:defRPr>
            </a:lvl6pPr>
            <a:lvl7pPr>
              <a:defRPr sz="1050" b="0">
                <a:solidFill>
                  <a:srgbClr val="60717A"/>
                </a:solidFill>
                <a:latin typeface="Arial"/>
                <a:ea typeface="Arial"/>
                <a:cs typeface="Arial"/>
              </a:defRPr>
            </a:lvl7pPr>
            <a:lvl8pPr>
              <a:defRPr sz="1050" b="0">
                <a:solidFill>
                  <a:srgbClr val="60717A"/>
                </a:solidFill>
                <a:latin typeface="Arial"/>
                <a:ea typeface="Arial"/>
                <a:cs typeface="Arial"/>
              </a:defRPr>
            </a:lvl8pPr>
            <a:lvl9pPr>
              <a:defRPr sz="1050" b="0">
                <a:solidFill>
                  <a:srgbClr val="60717A"/>
                </a:solidFill>
                <a:latin typeface="Arial"/>
                <a:ea typeface="Arial"/>
                <a:cs typeface="Arial"/>
              </a:defRPr>
            </a:lvl9pPr>
          </a:lstStyle>
          <a:p xmlns:a="http://schemas.openxmlformats.org/drawingml/2006/main">
            <a:pPr>
              <a:defRPr sz="1050" b="0">
                <a:solidFill>
                  <a:srgbClr val="60717A"/>
                </a:solidFill>
                <a:latin typeface="Arial"/>
                <a:ea typeface="Arial"/>
                <a:cs typeface="Arial"/>
              </a:defRPr>
            </a:pPr>
            <a:r>
              <a:rPr sz="1050" b="0">
                <a:solidFill>
                  <a:srgbClr val="60717A"/>
                </a:solidFill>
                <a:latin typeface="Arial"/>
                <a:ea typeface="Arial"/>
                <a:cs typeface="Arial"/>
              </a:rPr>
              <a:t>03</a:t>
            </a:r>
          </a:p>
        </p:txBody>
      </p:sp>
      <p:sp>
        <p:nvSpPr>
          <p:cNvPr id="4" name="">
            <a:extLst xmlns:a="http://schemas.openxmlformats.org/drawingml/2006/main">
              <a:ext uri="{FF2B5EF4-FFF2-40B4-BE49-F238E27FC236}">
                <a16:creationId xmlns:a16="http://schemas.microsoft.com/office/drawing/2014/main" id="{E04159C6-4DF3-4707-A618-7A40D4D9B7D3}"/>
              </a:ext>
            </a:extLst>
          </p:cNvPr>
          <p:cNvSpPr>
            <a:spLocks xmlns:a="http://schemas.openxmlformats.org/drawingml/2006/main" noGrp="1"/>
          </p:cNvSpPr>
          <p:nvPr/>
        </p:nvSpPr>
        <p:spPr>
          <a:xfrm xmlns:a="http://schemas.openxmlformats.org/drawingml/2006/main">
            <a:off x="685800" y="2162175"/>
            <a:ext cx="2381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C85D37"/>
                </a:solidFill>
                <a:latin typeface="Arial"/>
                <a:ea typeface="Arial"/>
                <a:cs typeface="Arial"/>
              </a:defRPr>
            </a:defPPr>
            <a:lvl1pPr>
              <a:defRPr sz="3225" b="1">
                <a:solidFill>
                  <a:srgbClr val="C85D37"/>
                </a:solidFill>
                <a:latin typeface="Arial"/>
                <a:ea typeface="Arial"/>
                <a:cs typeface="Arial"/>
              </a:defRPr>
            </a:lvl1pPr>
            <a:lvl2pPr>
              <a:defRPr sz="3225" b="1">
                <a:solidFill>
                  <a:srgbClr val="C85D37"/>
                </a:solidFill>
                <a:latin typeface="Arial"/>
                <a:ea typeface="Arial"/>
                <a:cs typeface="Arial"/>
              </a:defRPr>
            </a:lvl2pPr>
            <a:lvl3pPr>
              <a:defRPr sz="3225" b="1">
                <a:solidFill>
                  <a:srgbClr val="C85D37"/>
                </a:solidFill>
                <a:latin typeface="Arial"/>
                <a:ea typeface="Arial"/>
                <a:cs typeface="Arial"/>
              </a:defRPr>
            </a:lvl3pPr>
            <a:lvl4pPr>
              <a:defRPr sz="3225" b="1">
                <a:solidFill>
                  <a:srgbClr val="C85D37"/>
                </a:solidFill>
                <a:latin typeface="Arial"/>
                <a:ea typeface="Arial"/>
                <a:cs typeface="Arial"/>
              </a:defRPr>
            </a:lvl4pPr>
            <a:lvl5pPr>
              <a:defRPr sz="3225" b="1">
                <a:solidFill>
                  <a:srgbClr val="C85D37"/>
                </a:solidFill>
                <a:latin typeface="Arial"/>
                <a:ea typeface="Arial"/>
                <a:cs typeface="Arial"/>
              </a:defRPr>
            </a:lvl5pPr>
            <a:lvl6pPr>
              <a:defRPr sz="3225" b="1">
                <a:solidFill>
                  <a:srgbClr val="C85D37"/>
                </a:solidFill>
                <a:latin typeface="Arial"/>
                <a:ea typeface="Arial"/>
                <a:cs typeface="Arial"/>
              </a:defRPr>
            </a:lvl6pPr>
            <a:lvl7pPr>
              <a:defRPr sz="3225" b="1">
                <a:solidFill>
                  <a:srgbClr val="C85D37"/>
                </a:solidFill>
                <a:latin typeface="Arial"/>
                <a:ea typeface="Arial"/>
                <a:cs typeface="Arial"/>
              </a:defRPr>
            </a:lvl7pPr>
            <a:lvl8pPr>
              <a:defRPr sz="3225" b="1">
                <a:solidFill>
                  <a:srgbClr val="C85D37"/>
                </a:solidFill>
                <a:latin typeface="Arial"/>
                <a:ea typeface="Arial"/>
                <a:cs typeface="Arial"/>
              </a:defRPr>
            </a:lvl8pPr>
            <a:lvl9pPr>
              <a:defRPr sz="3225" b="1">
                <a:solidFill>
                  <a:srgbClr val="C85D37"/>
                </a:solidFill>
                <a:latin typeface="Arial"/>
                <a:ea typeface="Arial"/>
                <a:cs typeface="Arial"/>
              </a:defRPr>
            </a:lvl9pPr>
          </a:lstStyle>
          <a:p xmlns:a="http://schemas.openxmlformats.org/drawingml/2006/main">
            <a:pPr>
              <a:defRPr sz="3225" b="1">
                <a:solidFill>
                  <a:srgbClr val="C85D37"/>
                </a:solidFill>
                <a:latin typeface="Arial"/>
                <a:ea typeface="Arial"/>
                <a:cs typeface="Arial"/>
              </a:defRPr>
            </a:pPr>
            <a:r>
              <a:rPr sz="3225" b="1">
                <a:solidFill>
                  <a:srgbClr val="C85D37"/>
                </a:solidFill>
                <a:latin typeface="Arial"/>
                <a:ea typeface="Arial"/>
                <a:cs typeface="Arial"/>
              </a:rPr>
              <a:t>01</a:t>
            </a:r>
          </a:p>
        </p:txBody>
      </p:sp>
      <p:sp>
        <p:nvSpPr>
          <p:cNvPr id="5" name="">
            <a:extLst xmlns:a="http://schemas.openxmlformats.org/drawingml/2006/main">
              <a:ext uri="{FF2B5EF4-FFF2-40B4-BE49-F238E27FC236}">
                <a16:creationId xmlns:a16="http://schemas.microsoft.com/office/drawing/2014/main" id="{1831D712-9834-46A2-8591-00B5703CE842}"/>
              </a:ext>
            </a:extLst>
          </p:cNvPr>
          <p:cNvSpPr>
            <a:spLocks xmlns:a="http://schemas.openxmlformats.org/drawingml/2006/main" noGrp="1"/>
          </p:cNvSpPr>
          <p:nvPr/>
        </p:nvSpPr>
        <p:spPr>
          <a:xfrm xmlns:a="http://schemas.openxmlformats.org/drawingml/2006/main">
            <a:off x="685800" y="2952750"/>
            <a:ext cx="314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550" b="1">
                <a:solidFill>
                  <a:srgbClr val="172B3A"/>
                </a:solidFill>
                <a:latin typeface="Arial"/>
                <a:ea typeface="Arial"/>
                <a:cs typeface="Arial"/>
              </a:defRPr>
            </a:defPPr>
            <a:lvl1pPr>
              <a:defRPr sz="2550" b="1">
                <a:solidFill>
                  <a:srgbClr val="172B3A"/>
                </a:solidFill>
                <a:latin typeface="Arial"/>
                <a:ea typeface="Arial"/>
                <a:cs typeface="Arial"/>
              </a:defRPr>
            </a:lvl1pPr>
            <a:lvl2pPr>
              <a:defRPr sz="2550" b="1">
                <a:solidFill>
                  <a:srgbClr val="172B3A"/>
                </a:solidFill>
                <a:latin typeface="Arial"/>
                <a:ea typeface="Arial"/>
                <a:cs typeface="Arial"/>
              </a:defRPr>
            </a:lvl2pPr>
            <a:lvl3pPr>
              <a:defRPr sz="2550" b="1">
                <a:solidFill>
                  <a:srgbClr val="172B3A"/>
                </a:solidFill>
                <a:latin typeface="Arial"/>
                <a:ea typeface="Arial"/>
                <a:cs typeface="Arial"/>
              </a:defRPr>
            </a:lvl3pPr>
            <a:lvl4pPr>
              <a:defRPr sz="2550" b="1">
                <a:solidFill>
                  <a:srgbClr val="172B3A"/>
                </a:solidFill>
                <a:latin typeface="Arial"/>
                <a:ea typeface="Arial"/>
                <a:cs typeface="Arial"/>
              </a:defRPr>
            </a:lvl4pPr>
            <a:lvl5pPr>
              <a:defRPr sz="2550" b="1">
                <a:solidFill>
                  <a:srgbClr val="172B3A"/>
                </a:solidFill>
                <a:latin typeface="Arial"/>
                <a:ea typeface="Arial"/>
                <a:cs typeface="Arial"/>
              </a:defRPr>
            </a:lvl5pPr>
            <a:lvl6pPr>
              <a:defRPr sz="2550" b="1">
                <a:solidFill>
                  <a:srgbClr val="172B3A"/>
                </a:solidFill>
                <a:latin typeface="Arial"/>
                <a:ea typeface="Arial"/>
                <a:cs typeface="Arial"/>
              </a:defRPr>
            </a:lvl6pPr>
            <a:lvl7pPr>
              <a:defRPr sz="2550" b="1">
                <a:solidFill>
                  <a:srgbClr val="172B3A"/>
                </a:solidFill>
                <a:latin typeface="Arial"/>
                <a:ea typeface="Arial"/>
                <a:cs typeface="Arial"/>
              </a:defRPr>
            </a:lvl7pPr>
            <a:lvl8pPr>
              <a:defRPr sz="2550" b="1">
                <a:solidFill>
                  <a:srgbClr val="172B3A"/>
                </a:solidFill>
                <a:latin typeface="Arial"/>
                <a:ea typeface="Arial"/>
                <a:cs typeface="Arial"/>
              </a:defRPr>
            </a:lvl8pPr>
            <a:lvl9pPr>
              <a:defRPr sz="2550" b="1">
                <a:solidFill>
                  <a:srgbClr val="172B3A"/>
                </a:solidFill>
                <a:latin typeface="Arial"/>
                <a:ea typeface="Arial"/>
                <a:cs typeface="Arial"/>
              </a:defRPr>
            </a:lvl9pPr>
          </a:lstStyle>
          <a:p xmlns:a="http://schemas.openxmlformats.org/drawingml/2006/main">
            <a:pPr>
              <a:defRPr sz="2550" b="1">
                <a:solidFill>
                  <a:srgbClr val="172B3A"/>
                </a:solidFill>
                <a:latin typeface="Arial"/>
                <a:ea typeface="Arial"/>
                <a:cs typeface="Arial"/>
              </a:defRPr>
            </a:pPr>
            <a:r>
              <a:rPr sz="2550" b="1">
                <a:solidFill>
                  <a:srgbClr val="172B3A"/>
                </a:solidFill>
                <a:latin typeface="Arial"/>
                <a:ea typeface="Arial"/>
                <a:cs typeface="Arial"/>
              </a:rPr>
              <a:t>Observe</a:t>
            </a:r>
          </a:p>
        </p:txBody>
      </p:sp>
      <p:sp>
        <p:nvSpPr>
          <p:cNvPr id="6" name="">
            <a:extLst xmlns:a="http://schemas.openxmlformats.org/drawingml/2006/main">
              <a:ext uri="{FF2B5EF4-FFF2-40B4-BE49-F238E27FC236}">
                <a16:creationId xmlns:a16="http://schemas.microsoft.com/office/drawing/2014/main" id="{80C11E36-BA39-45BE-B53A-D5DFBEAE1B6E}"/>
              </a:ext>
            </a:extLst>
          </p:cNvPr>
          <p:cNvSpPr>
            <a:spLocks xmlns:a="http://schemas.openxmlformats.org/drawingml/2006/main" noGrp="1"/>
          </p:cNvSpPr>
          <p:nvPr/>
        </p:nvSpPr>
        <p:spPr>
          <a:xfrm xmlns:a="http://schemas.openxmlformats.org/drawingml/2006/main">
            <a:off x="685800" y="3724275"/>
            <a:ext cx="3286125" cy="1390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60717A"/>
                </a:solidFill>
                <a:latin typeface="Arial"/>
                <a:ea typeface="Arial"/>
                <a:cs typeface="Arial"/>
              </a:defRPr>
            </a:defPPr>
            <a:lvl1pPr>
              <a:defRPr sz="2025" b="0">
                <a:solidFill>
                  <a:srgbClr val="60717A"/>
                </a:solidFill>
                <a:latin typeface="Arial"/>
                <a:ea typeface="Arial"/>
                <a:cs typeface="Arial"/>
              </a:defRPr>
            </a:lvl1pPr>
            <a:lvl2pPr>
              <a:defRPr sz="2025" b="0">
                <a:solidFill>
                  <a:srgbClr val="60717A"/>
                </a:solidFill>
                <a:latin typeface="Arial"/>
                <a:ea typeface="Arial"/>
                <a:cs typeface="Arial"/>
              </a:defRPr>
            </a:lvl2pPr>
            <a:lvl3pPr>
              <a:defRPr sz="2025" b="0">
                <a:solidFill>
                  <a:srgbClr val="60717A"/>
                </a:solidFill>
                <a:latin typeface="Arial"/>
                <a:ea typeface="Arial"/>
                <a:cs typeface="Arial"/>
              </a:defRPr>
            </a:lvl3pPr>
            <a:lvl4pPr>
              <a:defRPr sz="2025" b="0">
                <a:solidFill>
                  <a:srgbClr val="60717A"/>
                </a:solidFill>
                <a:latin typeface="Arial"/>
                <a:ea typeface="Arial"/>
                <a:cs typeface="Arial"/>
              </a:defRPr>
            </a:lvl4pPr>
            <a:lvl5pPr>
              <a:defRPr sz="2025" b="0">
                <a:solidFill>
                  <a:srgbClr val="60717A"/>
                </a:solidFill>
                <a:latin typeface="Arial"/>
                <a:ea typeface="Arial"/>
                <a:cs typeface="Arial"/>
              </a:defRPr>
            </a:lvl5pPr>
            <a:lvl6pPr>
              <a:defRPr sz="2025" b="0">
                <a:solidFill>
                  <a:srgbClr val="60717A"/>
                </a:solidFill>
                <a:latin typeface="Arial"/>
                <a:ea typeface="Arial"/>
                <a:cs typeface="Arial"/>
              </a:defRPr>
            </a:lvl6pPr>
            <a:lvl7pPr>
              <a:defRPr sz="2025" b="0">
                <a:solidFill>
                  <a:srgbClr val="60717A"/>
                </a:solidFill>
                <a:latin typeface="Arial"/>
                <a:ea typeface="Arial"/>
                <a:cs typeface="Arial"/>
              </a:defRPr>
            </a:lvl7pPr>
            <a:lvl8pPr>
              <a:defRPr sz="2025" b="0">
                <a:solidFill>
                  <a:srgbClr val="60717A"/>
                </a:solidFill>
                <a:latin typeface="Arial"/>
                <a:ea typeface="Arial"/>
                <a:cs typeface="Arial"/>
              </a:defRPr>
            </a:lvl8pPr>
            <a:lvl9pPr>
              <a:defRPr sz="2025" b="0">
                <a:solidFill>
                  <a:srgbClr val="60717A"/>
                </a:solidFill>
                <a:latin typeface="Arial"/>
                <a:ea typeface="Arial"/>
                <a:cs typeface="Arial"/>
              </a:defRPr>
            </a:lvl9pPr>
          </a:lstStyle>
          <a:p xmlns:a="http://schemas.openxmlformats.org/drawingml/2006/main">
            <a:pPr>
              <a:defRPr sz="2025" b="0">
                <a:solidFill>
                  <a:srgbClr val="60717A"/>
                </a:solidFill>
                <a:latin typeface="Arial"/>
                <a:ea typeface="Arial"/>
                <a:cs typeface="Arial"/>
              </a:defRPr>
            </a:pPr>
            <a:r>
              <a:rPr sz="2025" b="0">
                <a:solidFill>
                  <a:srgbClr val="60717A"/>
                </a:solidFill>
                <a:latin typeface="Arial"/>
                <a:ea typeface="Arial"/>
                <a:cs typeface="Arial"/>
              </a:rPr>
              <a:t>Flight manual</a:t>
            </a:r>
          </a:p>
          <a:p xmlns:a="http://schemas.openxmlformats.org/drawingml/2006/main">
            <a:pPr>
              <a:defRPr sz="2025" b="0">
                <a:solidFill>
                  <a:srgbClr val="60717A"/>
                </a:solidFill>
                <a:latin typeface="Arial"/>
                <a:ea typeface="Arial"/>
                <a:cs typeface="Arial"/>
              </a:defRPr>
            </a:pPr>
            <a:r>
              <a:rPr sz="2025" b="0">
                <a:solidFill>
                  <a:srgbClr val="60717A"/>
                </a:solidFill>
                <a:latin typeface="Arial"/>
                <a:ea typeface="Arial"/>
                <a:cs typeface="Arial"/>
              </a:rPr>
              <a:t>Configuration files</a:t>
            </a:r>
          </a:p>
          <a:p xmlns:a="http://schemas.openxmlformats.org/drawingml/2006/main">
            <a:pPr>
              <a:defRPr sz="2025" b="0">
                <a:solidFill>
                  <a:srgbClr val="60717A"/>
                </a:solidFill>
                <a:latin typeface="Arial"/>
                <a:ea typeface="Arial"/>
                <a:cs typeface="Arial"/>
              </a:defRPr>
            </a:pPr>
            <a:r>
              <a:rPr sz="2025" b="0">
                <a:solidFill>
                  <a:srgbClr val="60717A"/>
                </a:solidFill>
                <a:latin typeface="Arial"/>
                <a:ea typeface="Arial"/>
                <a:cs typeface="Arial"/>
              </a:rPr>
              <a:t>Live telemetry</a:t>
            </a:r>
          </a:p>
        </p:txBody>
      </p:sp>
      <p:sp>
        <p:nvSpPr>
          <p:cNvPr id="7" name="">
            <a:extLst xmlns:a="http://schemas.openxmlformats.org/drawingml/2006/main">
              <a:ext uri="{FF2B5EF4-FFF2-40B4-BE49-F238E27FC236}">
                <a16:creationId xmlns:a16="http://schemas.microsoft.com/office/drawing/2014/main" id="{E1B322A9-1A2F-4F51-BE83-724A9DE5CD00}"/>
              </a:ext>
            </a:extLst>
          </p:cNvPr>
          <p:cNvSpPr>
            <a:spLocks xmlns:a="http://schemas.openxmlformats.org/drawingml/2006/main" noGrp="1"/>
          </p:cNvSpPr>
          <p:nvPr/>
        </p:nvSpPr>
        <p:spPr>
          <a:xfrm xmlns:a="http://schemas.openxmlformats.org/drawingml/2006/main">
            <a:off x="4457700" y="2162175"/>
            <a:ext cx="2381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C85D37"/>
                </a:solidFill>
                <a:latin typeface="Arial"/>
                <a:ea typeface="Arial"/>
                <a:cs typeface="Arial"/>
              </a:defRPr>
            </a:defPPr>
            <a:lvl1pPr>
              <a:defRPr sz="3225" b="1">
                <a:solidFill>
                  <a:srgbClr val="C85D37"/>
                </a:solidFill>
                <a:latin typeface="Arial"/>
                <a:ea typeface="Arial"/>
                <a:cs typeface="Arial"/>
              </a:defRPr>
            </a:lvl1pPr>
            <a:lvl2pPr>
              <a:defRPr sz="3225" b="1">
                <a:solidFill>
                  <a:srgbClr val="C85D37"/>
                </a:solidFill>
                <a:latin typeface="Arial"/>
                <a:ea typeface="Arial"/>
                <a:cs typeface="Arial"/>
              </a:defRPr>
            </a:lvl2pPr>
            <a:lvl3pPr>
              <a:defRPr sz="3225" b="1">
                <a:solidFill>
                  <a:srgbClr val="C85D37"/>
                </a:solidFill>
                <a:latin typeface="Arial"/>
                <a:ea typeface="Arial"/>
                <a:cs typeface="Arial"/>
              </a:defRPr>
            </a:lvl3pPr>
            <a:lvl4pPr>
              <a:defRPr sz="3225" b="1">
                <a:solidFill>
                  <a:srgbClr val="C85D37"/>
                </a:solidFill>
                <a:latin typeface="Arial"/>
                <a:ea typeface="Arial"/>
                <a:cs typeface="Arial"/>
              </a:defRPr>
            </a:lvl4pPr>
            <a:lvl5pPr>
              <a:defRPr sz="3225" b="1">
                <a:solidFill>
                  <a:srgbClr val="C85D37"/>
                </a:solidFill>
                <a:latin typeface="Arial"/>
                <a:ea typeface="Arial"/>
                <a:cs typeface="Arial"/>
              </a:defRPr>
            </a:lvl5pPr>
            <a:lvl6pPr>
              <a:defRPr sz="3225" b="1">
                <a:solidFill>
                  <a:srgbClr val="C85D37"/>
                </a:solidFill>
                <a:latin typeface="Arial"/>
                <a:ea typeface="Arial"/>
                <a:cs typeface="Arial"/>
              </a:defRPr>
            </a:lvl6pPr>
            <a:lvl7pPr>
              <a:defRPr sz="3225" b="1">
                <a:solidFill>
                  <a:srgbClr val="C85D37"/>
                </a:solidFill>
                <a:latin typeface="Arial"/>
                <a:ea typeface="Arial"/>
                <a:cs typeface="Arial"/>
              </a:defRPr>
            </a:lvl7pPr>
            <a:lvl8pPr>
              <a:defRPr sz="3225" b="1">
                <a:solidFill>
                  <a:srgbClr val="C85D37"/>
                </a:solidFill>
                <a:latin typeface="Arial"/>
                <a:ea typeface="Arial"/>
                <a:cs typeface="Arial"/>
              </a:defRPr>
            </a:lvl8pPr>
            <a:lvl9pPr>
              <a:defRPr sz="3225" b="1">
                <a:solidFill>
                  <a:srgbClr val="C85D37"/>
                </a:solidFill>
                <a:latin typeface="Arial"/>
                <a:ea typeface="Arial"/>
                <a:cs typeface="Arial"/>
              </a:defRPr>
            </a:lvl9pPr>
          </a:lstStyle>
          <a:p xmlns:a="http://schemas.openxmlformats.org/drawingml/2006/main">
            <a:pPr>
              <a:defRPr sz="3225" b="1">
                <a:solidFill>
                  <a:srgbClr val="C85D37"/>
                </a:solidFill>
                <a:latin typeface="Arial"/>
                <a:ea typeface="Arial"/>
                <a:cs typeface="Arial"/>
              </a:defRPr>
            </a:pPr>
            <a:r>
              <a:rPr sz="3225" b="1">
                <a:solidFill>
                  <a:srgbClr val="C85D37"/>
                </a:solidFill>
                <a:latin typeface="Arial"/>
                <a:ea typeface="Arial"/>
                <a:cs typeface="Arial"/>
              </a:rPr>
              <a:t>02</a:t>
            </a:r>
          </a:p>
        </p:txBody>
      </p:sp>
      <p:sp>
        <p:nvSpPr>
          <p:cNvPr id="8" name="">
            <a:extLst xmlns:a="http://schemas.openxmlformats.org/drawingml/2006/main">
              <a:ext uri="{FF2B5EF4-FFF2-40B4-BE49-F238E27FC236}">
                <a16:creationId xmlns:a16="http://schemas.microsoft.com/office/drawing/2014/main" id="{005E90E4-D489-412D-9171-5B3E5AFBFAE4}"/>
              </a:ext>
            </a:extLst>
          </p:cNvPr>
          <p:cNvSpPr>
            <a:spLocks xmlns:a="http://schemas.openxmlformats.org/drawingml/2006/main" noGrp="1"/>
          </p:cNvSpPr>
          <p:nvPr/>
        </p:nvSpPr>
        <p:spPr>
          <a:xfrm xmlns:a="http://schemas.openxmlformats.org/drawingml/2006/main">
            <a:off x="4457700" y="2952750"/>
            <a:ext cx="314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550" b="1">
                <a:solidFill>
                  <a:srgbClr val="172B3A"/>
                </a:solidFill>
                <a:latin typeface="Arial"/>
                <a:ea typeface="Arial"/>
                <a:cs typeface="Arial"/>
              </a:defRPr>
            </a:defPPr>
            <a:lvl1pPr>
              <a:defRPr sz="2550" b="1">
                <a:solidFill>
                  <a:srgbClr val="172B3A"/>
                </a:solidFill>
                <a:latin typeface="Arial"/>
                <a:ea typeface="Arial"/>
                <a:cs typeface="Arial"/>
              </a:defRPr>
            </a:lvl1pPr>
            <a:lvl2pPr>
              <a:defRPr sz="2550" b="1">
                <a:solidFill>
                  <a:srgbClr val="172B3A"/>
                </a:solidFill>
                <a:latin typeface="Arial"/>
                <a:ea typeface="Arial"/>
                <a:cs typeface="Arial"/>
              </a:defRPr>
            </a:lvl2pPr>
            <a:lvl3pPr>
              <a:defRPr sz="2550" b="1">
                <a:solidFill>
                  <a:srgbClr val="172B3A"/>
                </a:solidFill>
                <a:latin typeface="Arial"/>
                <a:ea typeface="Arial"/>
                <a:cs typeface="Arial"/>
              </a:defRPr>
            </a:lvl3pPr>
            <a:lvl4pPr>
              <a:defRPr sz="2550" b="1">
                <a:solidFill>
                  <a:srgbClr val="172B3A"/>
                </a:solidFill>
                <a:latin typeface="Arial"/>
                <a:ea typeface="Arial"/>
                <a:cs typeface="Arial"/>
              </a:defRPr>
            </a:lvl4pPr>
            <a:lvl5pPr>
              <a:defRPr sz="2550" b="1">
                <a:solidFill>
                  <a:srgbClr val="172B3A"/>
                </a:solidFill>
                <a:latin typeface="Arial"/>
                <a:ea typeface="Arial"/>
                <a:cs typeface="Arial"/>
              </a:defRPr>
            </a:lvl5pPr>
            <a:lvl6pPr>
              <a:defRPr sz="2550" b="1">
                <a:solidFill>
                  <a:srgbClr val="172B3A"/>
                </a:solidFill>
                <a:latin typeface="Arial"/>
                <a:ea typeface="Arial"/>
                <a:cs typeface="Arial"/>
              </a:defRPr>
            </a:lvl6pPr>
            <a:lvl7pPr>
              <a:defRPr sz="2550" b="1">
                <a:solidFill>
                  <a:srgbClr val="172B3A"/>
                </a:solidFill>
                <a:latin typeface="Arial"/>
                <a:ea typeface="Arial"/>
                <a:cs typeface="Arial"/>
              </a:defRPr>
            </a:lvl7pPr>
            <a:lvl8pPr>
              <a:defRPr sz="2550" b="1">
                <a:solidFill>
                  <a:srgbClr val="172B3A"/>
                </a:solidFill>
                <a:latin typeface="Arial"/>
                <a:ea typeface="Arial"/>
                <a:cs typeface="Arial"/>
              </a:defRPr>
            </a:lvl8pPr>
            <a:lvl9pPr>
              <a:defRPr sz="2550" b="1">
                <a:solidFill>
                  <a:srgbClr val="172B3A"/>
                </a:solidFill>
                <a:latin typeface="Arial"/>
                <a:ea typeface="Arial"/>
                <a:cs typeface="Arial"/>
              </a:defRPr>
            </a:lvl9pPr>
          </a:lstStyle>
          <a:p xmlns:a="http://schemas.openxmlformats.org/drawingml/2006/main">
            <a:pPr>
              <a:defRPr sz="2550" b="1">
                <a:solidFill>
                  <a:srgbClr val="172B3A"/>
                </a:solidFill>
                <a:latin typeface="Arial"/>
                <a:ea typeface="Arial"/>
                <a:cs typeface="Arial"/>
              </a:defRPr>
            </a:pPr>
            <a:r>
              <a:rPr sz="2550" b="1">
                <a:solidFill>
                  <a:srgbClr val="172B3A"/>
                </a:solidFill>
                <a:latin typeface="Arial"/>
                <a:ea typeface="Arial"/>
                <a:cs typeface="Arial"/>
              </a:rPr>
              <a:t>Act</a:t>
            </a:r>
          </a:p>
        </p:txBody>
      </p:sp>
      <p:sp>
        <p:nvSpPr>
          <p:cNvPr id="9" name="">
            <a:extLst xmlns:a="http://schemas.openxmlformats.org/drawingml/2006/main">
              <a:ext uri="{FF2B5EF4-FFF2-40B4-BE49-F238E27FC236}">
                <a16:creationId xmlns:a16="http://schemas.microsoft.com/office/drawing/2014/main" id="{1F9A14E4-1E99-43BC-B6E5-C2CF6CED29AF}"/>
              </a:ext>
            </a:extLst>
          </p:cNvPr>
          <p:cNvSpPr>
            <a:spLocks xmlns:a="http://schemas.openxmlformats.org/drawingml/2006/main" noGrp="1"/>
          </p:cNvSpPr>
          <p:nvPr/>
        </p:nvSpPr>
        <p:spPr>
          <a:xfrm xmlns:a="http://schemas.openxmlformats.org/drawingml/2006/main">
            <a:off x="4457700" y="3724275"/>
            <a:ext cx="3286125" cy="1390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60717A"/>
                </a:solidFill>
                <a:latin typeface="Arial"/>
                <a:ea typeface="Arial"/>
                <a:cs typeface="Arial"/>
              </a:defRPr>
            </a:defPPr>
            <a:lvl1pPr>
              <a:defRPr sz="2025" b="0">
                <a:solidFill>
                  <a:srgbClr val="60717A"/>
                </a:solidFill>
                <a:latin typeface="Arial"/>
                <a:ea typeface="Arial"/>
                <a:cs typeface="Arial"/>
              </a:defRPr>
            </a:lvl1pPr>
            <a:lvl2pPr>
              <a:defRPr sz="2025" b="0">
                <a:solidFill>
                  <a:srgbClr val="60717A"/>
                </a:solidFill>
                <a:latin typeface="Arial"/>
                <a:ea typeface="Arial"/>
                <a:cs typeface="Arial"/>
              </a:defRPr>
            </a:lvl2pPr>
            <a:lvl3pPr>
              <a:defRPr sz="2025" b="0">
                <a:solidFill>
                  <a:srgbClr val="60717A"/>
                </a:solidFill>
                <a:latin typeface="Arial"/>
                <a:ea typeface="Arial"/>
                <a:cs typeface="Arial"/>
              </a:defRPr>
            </a:lvl3pPr>
            <a:lvl4pPr>
              <a:defRPr sz="2025" b="0">
                <a:solidFill>
                  <a:srgbClr val="60717A"/>
                </a:solidFill>
                <a:latin typeface="Arial"/>
                <a:ea typeface="Arial"/>
                <a:cs typeface="Arial"/>
              </a:defRPr>
            </a:lvl4pPr>
            <a:lvl5pPr>
              <a:defRPr sz="2025" b="0">
                <a:solidFill>
                  <a:srgbClr val="60717A"/>
                </a:solidFill>
                <a:latin typeface="Arial"/>
                <a:ea typeface="Arial"/>
                <a:cs typeface="Arial"/>
              </a:defRPr>
            </a:lvl5pPr>
            <a:lvl6pPr>
              <a:defRPr sz="2025" b="0">
                <a:solidFill>
                  <a:srgbClr val="60717A"/>
                </a:solidFill>
                <a:latin typeface="Arial"/>
                <a:ea typeface="Arial"/>
                <a:cs typeface="Arial"/>
              </a:defRPr>
            </a:lvl6pPr>
            <a:lvl7pPr>
              <a:defRPr sz="2025" b="0">
                <a:solidFill>
                  <a:srgbClr val="60717A"/>
                </a:solidFill>
                <a:latin typeface="Arial"/>
                <a:ea typeface="Arial"/>
                <a:cs typeface="Arial"/>
              </a:defRPr>
            </a:lvl7pPr>
            <a:lvl8pPr>
              <a:defRPr sz="2025" b="0">
                <a:solidFill>
                  <a:srgbClr val="60717A"/>
                </a:solidFill>
                <a:latin typeface="Arial"/>
                <a:ea typeface="Arial"/>
                <a:cs typeface="Arial"/>
              </a:defRPr>
            </a:lvl8pPr>
            <a:lvl9pPr>
              <a:defRPr sz="2025" b="0">
                <a:solidFill>
                  <a:srgbClr val="60717A"/>
                </a:solidFill>
                <a:latin typeface="Arial"/>
                <a:ea typeface="Arial"/>
                <a:cs typeface="Arial"/>
              </a:defRPr>
            </a:lvl9pPr>
          </a:lstStyle>
          <a:p xmlns:a="http://schemas.openxmlformats.org/drawingml/2006/main">
            <a:pPr>
              <a:defRPr sz="2025" b="0">
                <a:solidFill>
                  <a:srgbClr val="60717A"/>
                </a:solidFill>
                <a:latin typeface="Arial"/>
                <a:ea typeface="Arial"/>
                <a:cs typeface="Arial"/>
              </a:defRPr>
            </a:pPr>
            <a:r>
              <a:rPr sz="2025" b="0">
                <a:solidFill>
                  <a:srgbClr val="60717A"/>
                </a:solidFill>
                <a:latin typeface="Arial"/>
                <a:ea typeface="Arial"/>
                <a:cs typeface="Arial"/>
              </a:rPr>
              <a:t>Inspect and edit files</a:t>
            </a:r>
          </a:p>
          <a:p xmlns:a="http://schemas.openxmlformats.org/drawingml/2006/main">
            <a:pPr>
              <a:defRPr sz="2025" b="0">
                <a:solidFill>
                  <a:srgbClr val="60717A"/>
                </a:solidFill>
                <a:latin typeface="Arial"/>
                <a:ea typeface="Arial"/>
                <a:cs typeface="Arial"/>
              </a:defRPr>
            </a:pPr>
            <a:r>
              <a:rPr sz="2025" b="0">
                <a:solidFill>
                  <a:srgbClr val="60717A"/>
                </a:solidFill>
                <a:latin typeface="Arial"/>
                <a:ea typeface="Arial"/>
                <a:cs typeface="Arial"/>
              </a:rPr>
              <a:t>Run Python</a:t>
            </a:r>
          </a:p>
          <a:p xmlns:a="http://schemas.openxmlformats.org/drawingml/2006/main">
            <a:pPr>
              <a:defRPr sz="2025" b="0">
                <a:solidFill>
                  <a:srgbClr val="60717A"/>
                </a:solidFill>
                <a:latin typeface="Arial"/>
                <a:ea typeface="Arial"/>
                <a:cs typeface="Arial"/>
              </a:defRPr>
            </a:pPr>
            <a:r>
              <a:rPr sz="2025" b="0">
                <a:solidFill>
                  <a:srgbClr val="60717A"/>
                </a:solidFill>
                <a:latin typeface="Arial"/>
                <a:ea typeface="Arial"/>
                <a:cs typeface="Arial"/>
              </a:rPr>
              <a:t>Advance the orbit</a:t>
            </a:r>
          </a:p>
        </p:txBody>
      </p:sp>
      <p:sp>
        <p:nvSpPr>
          <p:cNvPr id="10" name="">
            <a:extLst xmlns:a="http://schemas.openxmlformats.org/drawingml/2006/main">
              <a:ext uri="{FF2B5EF4-FFF2-40B4-BE49-F238E27FC236}">
                <a16:creationId xmlns:a16="http://schemas.microsoft.com/office/drawing/2014/main" id="{5CC347A8-9960-4DCA-8F1B-8B269B620BEA}"/>
              </a:ext>
            </a:extLst>
          </p:cNvPr>
          <p:cNvSpPr>
            <a:spLocks xmlns:a="http://schemas.openxmlformats.org/drawingml/2006/main" noGrp="1"/>
          </p:cNvSpPr>
          <p:nvPr/>
        </p:nvSpPr>
        <p:spPr>
          <a:xfrm xmlns:a="http://schemas.openxmlformats.org/drawingml/2006/main">
            <a:off x="8229600" y="2162175"/>
            <a:ext cx="2381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C85D37"/>
                </a:solidFill>
                <a:latin typeface="Arial"/>
                <a:ea typeface="Arial"/>
                <a:cs typeface="Arial"/>
              </a:defRPr>
            </a:defPPr>
            <a:lvl1pPr>
              <a:defRPr sz="3225" b="1">
                <a:solidFill>
                  <a:srgbClr val="C85D37"/>
                </a:solidFill>
                <a:latin typeface="Arial"/>
                <a:ea typeface="Arial"/>
                <a:cs typeface="Arial"/>
              </a:defRPr>
            </a:lvl1pPr>
            <a:lvl2pPr>
              <a:defRPr sz="3225" b="1">
                <a:solidFill>
                  <a:srgbClr val="C85D37"/>
                </a:solidFill>
                <a:latin typeface="Arial"/>
                <a:ea typeface="Arial"/>
                <a:cs typeface="Arial"/>
              </a:defRPr>
            </a:lvl2pPr>
            <a:lvl3pPr>
              <a:defRPr sz="3225" b="1">
                <a:solidFill>
                  <a:srgbClr val="C85D37"/>
                </a:solidFill>
                <a:latin typeface="Arial"/>
                <a:ea typeface="Arial"/>
                <a:cs typeface="Arial"/>
              </a:defRPr>
            </a:lvl3pPr>
            <a:lvl4pPr>
              <a:defRPr sz="3225" b="1">
                <a:solidFill>
                  <a:srgbClr val="C85D37"/>
                </a:solidFill>
                <a:latin typeface="Arial"/>
                <a:ea typeface="Arial"/>
                <a:cs typeface="Arial"/>
              </a:defRPr>
            </a:lvl4pPr>
            <a:lvl5pPr>
              <a:defRPr sz="3225" b="1">
                <a:solidFill>
                  <a:srgbClr val="C85D37"/>
                </a:solidFill>
                <a:latin typeface="Arial"/>
                <a:ea typeface="Arial"/>
                <a:cs typeface="Arial"/>
              </a:defRPr>
            </a:lvl5pPr>
            <a:lvl6pPr>
              <a:defRPr sz="3225" b="1">
                <a:solidFill>
                  <a:srgbClr val="C85D37"/>
                </a:solidFill>
                <a:latin typeface="Arial"/>
                <a:ea typeface="Arial"/>
                <a:cs typeface="Arial"/>
              </a:defRPr>
            </a:lvl6pPr>
            <a:lvl7pPr>
              <a:defRPr sz="3225" b="1">
                <a:solidFill>
                  <a:srgbClr val="C85D37"/>
                </a:solidFill>
                <a:latin typeface="Arial"/>
                <a:ea typeface="Arial"/>
                <a:cs typeface="Arial"/>
              </a:defRPr>
            </a:lvl7pPr>
            <a:lvl8pPr>
              <a:defRPr sz="3225" b="1">
                <a:solidFill>
                  <a:srgbClr val="C85D37"/>
                </a:solidFill>
                <a:latin typeface="Arial"/>
                <a:ea typeface="Arial"/>
                <a:cs typeface="Arial"/>
              </a:defRPr>
            </a:lvl8pPr>
            <a:lvl9pPr>
              <a:defRPr sz="3225" b="1">
                <a:solidFill>
                  <a:srgbClr val="C85D37"/>
                </a:solidFill>
                <a:latin typeface="Arial"/>
                <a:ea typeface="Arial"/>
                <a:cs typeface="Arial"/>
              </a:defRPr>
            </a:lvl9pPr>
          </a:lstStyle>
          <a:p xmlns:a="http://schemas.openxmlformats.org/drawingml/2006/main">
            <a:pPr>
              <a:defRPr sz="3225" b="1">
                <a:solidFill>
                  <a:srgbClr val="C85D37"/>
                </a:solidFill>
                <a:latin typeface="Arial"/>
                <a:ea typeface="Arial"/>
                <a:cs typeface="Arial"/>
              </a:defRPr>
            </a:pPr>
            <a:r>
              <a:rPr sz="3225" b="1">
                <a:solidFill>
                  <a:srgbClr val="C85D37"/>
                </a:solidFill>
                <a:latin typeface="Arial"/>
                <a:ea typeface="Arial"/>
                <a:cs typeface="Arial"/>
              </a:rPr>
              <a:t>03</a:t>
            </a:r>
          </a:p>
        </p:txBody>
      </p:sp>
      <p:sp>
        <p:nvSpPr>
          <p:cNvPr id="11" name="">
            <a:extLst xmlns:a="http://schemas.openxmlformats.org/drawingml/2006/main">
              <a:ext uri="{FF2B5EF4-FFF2-40B4-BE49-F238E27FC236}">
                <a16:creationId xmlns:a16="http://schemas.microsoft.com/office/drawing/2014/main" id="{F5958D4C-5DB6-4A0A-BA5C-5C0653CF1FBF}"/>
              </a:ext>
            </a:extLst>
          </p:cNvPr>
          <p:cNvSpPr>
            <a:spLocks xmlns:a="http://schemas.openxmlformats.org/drawingml/2006/main" noGrp="1"/>
          </p:cNvSpPr>
          <p:nvPr/>
        </p:nvSpPr>
        <p:spPr>
          <a:xfrm xmlns:a="http://schemas.openxmlformats.org/drawingml/2006/main">
            <a:off x="8229600" y="2952750"/>
            <a:ext cx="314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550" b="1">
                <a:solidFill>
                  <a:srgbClr val="172B3A"/>
                </a:solidFill>
                <a:latin typeface="Arial"/>
                <a:ea typeface="Arial"/>
                <a:cs typeface="Arial"/>
              </a:defRPr>
            </a:defPPr>
            <a:lvl1pPr>
              <a:defRPr sz="2550" b="1">
                <a:solidFill>
                  <a:srgbClr val="172B3A"/>
                </a:solidFill>
                <a:latin typeface="Arial"/>
                <a:ea typeface="Arial"/>
                <a:cs typeface="Arial"/>
              </a:defRPr>
            </a:lvl1pPr>
            <a:lvl2pPr>
              <a:defRPr sz="2550" b="1">
                <a:solidFill>
                  <a:srgbClr val="172B3A"/>
                </a:solidFill>
                <a:latin typeface="Arial"/>
                <a:ea typeface="Arial"/>
                <a:cs typeface="Arial"/>
              </a:defRPr>
            </a:lvl2pPr>
            <a:lvl3pPr>
              <a:defRPr sz="2550" b="1">
                <a:solidFill>
                  <a:srgbClr val="172B3A"/>
                </a:solidFill>
                <a:latin typeface="Arial"/>
                <a:ea typeface="Arial"/>
                <a:cs typeface="Arial"/>
              </a:defRPr>
            </a:lvl3pPr>
            <a:lvl4pPr>
              <a:defRPr sz="2550" b="1">
                <a:solidFill>
                  <a:srgbClr val="172B3A"/>
                </a:solidFill>
                <a:latin typeface="Arial"/>
                <a:ea typeface="Arial"/>
                <a:cs typeface="Arial"/>
              </a:defRPr>
            </a:lvl4pPr>
            <a:lvl5pPr>
              <a:defRPr sz="2550" b="1">
                <a:solidFill>
                  <a:srgbClr val="172B3A"/>
                </a:solidFill>
                <a:latin typeface="Arial"/>
                <a:ea typeface="Arial"/>
                <a:cs typeface="Arial"/>
              </a:defRPr>
            </a:lvl5pPr>
            <a:lvl6pPr>
              <a:defRPr sz="2550" b="1">
                <a:solidFill>
                  <a:srgbClr val="172B3A"/>
                </a:solidFill>
                <a:latin typeface="Arial"/>
                <a:ea typeface="Arial"/>
                <a:cs typeface="Arial"/>
              </a:defRPr>
            </a:lvl6pPr>
            <a:lvl7pPr>
              <a:defRPr sz="2550" b="1">
                <a:solidFill>
                  <a:srgbClr val="172B3A"/>
                </a:solidFill>
                <a:latin typeface="Arial"/>
                <a:ea typeface="Arial"/>
                <a:cs typeface="Arial"/>
              </a:defRPr>
            </a:lvl7pPr>
            <a:lvl8pPr>
              <a:defRPr sz="2550" b="1">
                <a:solidFill>
                  <a:srgbClr val="172B3A"/>
                </a:solidFill>
                <a:latin typeface="Arial"/>
                <a:ea typeface="Arial"/>
                <a:cs typeface="Arial"/>
              </a:defRPr>
            </a:lvl8pPr>
            <a:lvl9pPr>
              <a:defRPr sz="2550" b="1">
                <a:solidFill>
                  <a:srgbClr val="172B3A"/>
                </a:solidFill>
                <a:latin typeface="Arial"/>
                <a:ea typeface="Arial"/>
                <a:cs typeface="Arial"/>
              </a:defRPr>
            </a:lvl9pPr>
          </a:lstStyle>
          <a:p xmlns:a="http://schemas.openxmlformats.org/drawingml/2006/main">
            <a:pPr>
              <a:defRPr sz="2550" b="1">
                <a:solidFill>
                  <a:srgbClr val="172B3A"/>
                </a:solidFill>
                <a:latin typeface="Arial"/>
                <a:ea typeface="Arial"/>
                <a:cs typeface="Arial"/>
              </a:defRPr>
            </a:pPr>
            <a:r>
              <a:rPr sz="2550" b="1">
                <a:solidFill>
                  <a:srgbClr val="172B3A"/>
                </a:solidFill>
                <a:latin typeface="Arial"/>
                <a:ea typeface="Arial"/>
                <a:cs typeface="Arial"/>
              </a:rPr>
              <a:t>Evaluate</a:t>
            </a:r>
          </a:p>
        </p:txBody>
      </p:sp>
      <p:sp>
        <p:nvSpPr>
          <p:cNvPr id="12" name="">
            <a:extLst xmlns:a="http://schemas.openxmlformats.org/drawingml/2006/main">
              <a:ext uri="{FF2B5EF4-FFF2-40B4-BE49-F238E27FC236}">
                <a16:creationId xmlns:a16="http://schemas.microsoft.com/office/drawing/2014/main" id="{53CEC7FF-7CE1-46DB-ACFA-52B84412E8D5}"/>
              </a:ext>
            </a:extLst>
          </p:cNvPr>
          <p:cNvSpPr>
            <a:spLocks xmlns:a="http://schemas.openxmlformats.org/drawingml/2006/main" noGrp="1"/>
          </p:cNvSpPr>
          <p:nvPr/>
        </p:nvSpPr>
        <p:spPr>
          <a:xfrm xmlns:a="http://schemas.openxmlformats.org/drawingml/2006/main">
            <a:off x="8229600" y="3724275"/>
            <a:ext cx="3286125" cy="1390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60717A"/>
                </a:solidFill>
                <a:latin typeface="Arial"/>
                <a:ea typeface="Arial"/>
                <a:cs typeface="Arial"/>
              </a:defRPr>
            </a:defPPr>
            <a:lvl1pPr>
              <a:defRPr sz="2025" b="0">
                <a:solidFill>
                  <a:srgbClr val="60717A"/>
                </a:solidFill>
                <a:latin typeface="Arial"/>
                <a:ea typeface="Arial"/>
                <a:cs typeface="Arial"/>
              </a:defRPr>
            </a:lvl1pPr>
            <a:lvl2pPr>
              <a:defRPr sz="2025" b="0">
                <a:solidFill>
                  <a:srgbClr val="60717A"/>
                </a:solidFill>
                <a:latin typeface="Arial"/>
                <a:ea typeface="Arial"/>
                <a:cs typeface="Arial"/>
              </a:defRPr>
            </a:lvl2pPr>
            <a:lvl3pPr>
              <a:defRPr sz="2025" b="0">
                <a:solidFill>
                  <a:srgbClr val="60717A"/>
                </a:solidFill>
                <a:latin typeface="Arial"/>
                <a:ea typeface="Arial"/>
                <a:cs typeface="Arial"/>
              </a:defRPr>
            </a:lvl3pPr>
            <a:lvl4pPr>
              <a:defRPr sz="2025" b="0">
                <a:solidFill>
                  <a:srgbClr val="60717A"/>
                </a:solidFill>
                <a:latin typeface="Arial"/>
                <a:ea typeface="Arial"/>
                <a:cs typeface="Arial"/>
              </a:defRPr>
            </a:lvl4pPr>
            <a:lvl5pPr>
              <a:defRPr sz="2025" b="0">
                <a:solidFill>
                  <a:srgbClr val="60717A"/>
                </a:solidFill>
                <a:latin typeface="Arial"/>
                <a:ea typeface="Arial"/>
                <a:cs typeface="Arial"/>
              </a:defRPr>
            </a:lvl5pPr>
            <a:lvl6pPr>
              <a:defRPr sz="2025" b="0">
                <a:solidFill>
                  <a:srgbClr val="60717A"/>
                </a:solidFill>
                <a:latin typeface="Arial"/>
                <a:ea typeface="Arial"/>
                <a:cs typeface="Arial"/>
              </a:defRPr>
            </a:lvl6pPr>
            <a:lvl7pPr>
              <a:defRPr sz="2025" b="0">
                <a:solidFill>
                  <a:srgbClr val="60717A"/>
                </a:solidFill>
                <a:latin typeface="Arial"/>
                <a:ea typeface="Arial"/>
                <a:cs typeface="Arial"/>
              </a:defRPr>
            </a:lvl7pPr>
            <a:lvl8pPr>
              <a:defRPr sz="2025" b="0">
                <a:solidFill>
                  <a:srgbClr val="60717A"/>
                </a:solidFill>
                <a:latin typeface="Arial"/>
                <a:ea typeface="Arial"/>
                <a:cs typeface="Arial"/>
              </a:defRPr>
            </a:lvl8pPr>
            <a:lvl9pPr>
              <a:defRPr sz="2025" b="0">
                <a:solidFill>
                  <a:srgbClr val="60717A"/>
                </a:solidFill>
                <a:latin typeface="Arial"/>
                <a:ea typeface="Arial"/>
                <a:cs typeface="Arial"/>
              </a:defRPr>
            </a:lvl9pPr>
          </a:lstStyle>
          <a:p xmlns:a="http://schemas.openxmlformats.org/drawingml/2006/main">
            <a:pPr>
              <a:defRPr sz="2025" b="0">
                <a:solidFill>
                  <a:srgbClr val="60717A"/>
                </a:solidFill>
                <a:latin typeface="Arial"/>
                <a:ea typeface="Arial"/>
                <a:cs typeface="Arial"/>
              </a:defRPr>
            </a:pPr>
            <a:r>
              <a:rPr sz="2025" b="0">
                <a:solidFill>
                  <a:srgbClr val="60717A"/>
                </a:solidFill>
                <a:latin typeface="Arial"/>
                <a:ea typeface="Arial"/>
                <a:cs typeface="Arial"/>
              </a:rPr>
              <a:t>Persistent physical state</a:t>
            </a:r>
          </a:p>
          <a:p xmlns:a="http://schemas.openxmlformats.org/drawingml/2006/main">
            <a:pPr>
              <a:defRPr sz="2025" b="0">
                <a:solidFill>
                  <a:srgbClr val="60717A"/>
                </a:solidFill>
                <a:latin typeface="Arial"/>
                <a:ea typeface="Arial"/>
                <a:cs typeface="Arial"/>
              </a:defRPr>
            </a:pPr>
            <a:r>
              <a:rPr sz="2025" b="0">
                <a:solidFill>
                  <a:srgbClr val="60717A"/>
                </a:solidFill>
                <a:latin typeface="Arial"/>
                <a:ea typeface="Arial"/>
                <a:cs typeface="Arial"/>
              </a:rPr>
              <a:t>Protected mission targets</a:t>
            </a:r>
          </a:p>
          <a:p xmlns:a="http://schemas.openxmlformats.org/drawingml/2006/main">
            <a:pPr>
              <a:defRPr sz="2025" b="0">
                <a:solidFill>
                  <a:srgbClr val="60717A"/>
                </a:solidFill>
                <a:latin typeface="Arial"/>
                <a:ea typeface="Arial"/>
                <a:cs typeface="Arial"/>
              </a:defRPr>
            </a:pPr>
            <a:r>
              <a:rPr sz="2025" b="0">
                <a:solidFill>
                  <a:srgbClr val="60717A"/>
                </a:solidFill>
                <a:latin typeface="Arial"/>
                <a:ea typeface="Arial"/>
                <a:cs typeface="Arial"/>
              </a:rPr>
              <a:t>Reward and final checks</a:t>
            </a:r>
          </a:p>
        </p:txBody>
      </p:sp>
      <p:sp>
        <p:nvSpPr>
          <p:cNvPr id="13" name="">
            <a:extLst xmlns:a="http://schemas.openxmlformats.org/drawingml/2006/main">
              <a:ext uri="{FF2B5EF4-FFF2-40B4-BE49-F238E27FC236}">
                <a16:creationId xmlns:a16="http://schemas.microsoft.com/office/drawing/2014/main" id="{2C8B595F-034D-4EBE-BB1A-C5B6F789F439}"/>
              </a:ext>
            </a:extLst>
          </p:cNvPr>
          <p:cNvSpPr>
            <a:spLocks xmlns:a="http://schemas.openxmlformats.org/drawingml/2006/main" noGrp="1"/>
          </p:cNvSpPr>
          <p:nvPr/>
        </p:nvSpPr>
        <p:spPr>
          <a:xfrm xmlns:a="http://schemas.openxmlformats.org/drawingml/2006/main">
            <a:off x="685800" y="5553075"/>
            <a:ext cx="10820400" cy="9525"/>
          </a:xfrm>
          <a:prstGeom xmlns:a="http://schemas.openxmlformats.org/drawingml/2006/main" prst="rect">
            <a:avLst/>
          </a:prstGeom>
          <a:solidFill xmlns:a="http://schemas.openxmlformats.org/drawingml/2006/main">
            <a:srgbClr val="E9ECEB"/>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0DAE4105-6274-4BF8-95A1-B776816F7566}"/>
              </a:ext>
            </a:extLst>
          </p:cNvPr>
          <p:cNvSpPr>
            <a:spLocks xmlns:a="http://schemas.openxmlformats.org/drawingml/2006/main" noGrp="1"/>
          </p:cNvSpPr>
          <p:nvPr/>
        </p:nvSpPr>
        <p:spPr>
          <a:xfrm xmlns:a="http://schemas.openxmlformats.org/drawingml/2006/main">
            <a:off x="685800" y="581025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172B3A"/>
                </a:solidFill>
                <a:latin typeface="Arial"/>
                <a:ea typeface="Arial"/>
                <a:cs typeface="Arial"/>
              </a:defRPr>
            </a:defPPr>
            <a:lvl1pPr>
              <a:defRPr sz="1875" b="1">
                <a:solidFill>
                  <a:srgbClr val="172B3A"/>
                </a:solidFill>
                <a:latin typeface="Arial"/>
                <a:ea typeface="Arial"/>
                <a:cs typeface="Arial"/>
              </a:defRPr>
            </a:lvl1pPr>
            <a:lvl2pPr>
              <a:defRPr sz="1875" b="1">
                <a:solidFill>
                  <a:srgbClr val="172B3A"/>
                </a:solidFill>
                <a:latin typeface="Arial"/>
                <a:ea typeface="Arial"/>
                <a:cs typeface="Arial"/>
              </a:defRPr>
            </a:lvl2pPr>
            <a:lvl3pPr>
              <a:defRPr sz="1875" b="1">
                <a:solidFill>
                  <a:srgbClr val="172B3A"/>
                </a:solidFill>
                <a:latin typeface="Arial"/>
                <a:ea typeface="Arial"/>
                <a:cs typeface="Arial"/>
              </a:defRPr>
            </a:lvl3pPr>
            <a:lvl4pPr>
              <a:defRPr sz="1875" b="1">
                <a:solidFill>
                  <a:srgbClr val="172B3A"/>
                </a:solidFill>
                <a:latin typeface="Arial"/>
                <a:ea typeface="Arial"/>
                <a:cs typeface="Arial"/>
              </a:defRPr>
            </a:lvl4pPr>
            <a:lvl5pPr>
              <a:defRPr sz="1875" b="1">
                <a:solidFill>
                  <a:srgbClr val="172B3A"/>
                </a:solidFill>
                <a:latin typeface="Arial"/>
                <a:ea typeface="Arial"/>
                <a:cs typeface="Arial"/>
              </a:defRPr>
            </a:lvl5pPr>
            <a:lvl6pPr>
              <a:defRPr sz="1875" b="1">
                <a:solidFill>
                  <a:srgbClr val="172B3A"/>
                </a:solidFill>
                <a:latin typeface="Arial"/>
                <a:ea typeface="Arial"/>
                <a:cs typeface="Arial"/>
              </a:defRPr>
            </a:lvl6pPr>
            <a:lvl7pPr>
              <a:defRPr sz="1875" b="1">
                <a:solidFill>
                  <a:srgbClr val="172B3A"/>
                </a:solidFill>
                <a:latin typeface="Arial"/>
                <a:ea typeface="Arial"/>
                <a:cs typeface="Arial"/>
              </a:defRPr>
            </a:lvl7pPr>
            <a:lvl8pPr>
              <a:defRPr sz="1875" b="1">
                <a:solidFill>
                  <a:srgbClr val="172B3A"/>
                </a:solidFill>
                <a:latin typeface="Arial"/>
                <a:ea typeface="Arial"/>
                <a:cs typeface="Arial"/>
              </a:defRPr>
            </a:lvl8pPr>
            <a:lvl9pPr>
              <a:defRPr sz="1875" b="1">
                <a:solidFill>
                  <a:srgbClr val="172B3A"/>
                </a:solidFill>
                <a:latin typeface="Arial"/>
                <a:ea typeface="Arial"/>
                <a:cs typeface="Arial"/>
              </a:defRPr>
            </a:lvl9pPr>
          </a:lstStyle>
          <a:p xmlns:a="http://schemas.openxmlformats.org/drawingml/2006/main">
            <a:pPr>
              <a:defRPr sz="1875" b="1">
                <a:solidFill>
                  <a:srgbClr val="172B3A"/>
                </a:solidFill>
                <a:latin typeface="Arial"/>
                <a:ea typeface="Arial"/>
                <a:cs typeface="Arial"/>
              </a:defRPr>
            </a:pPr>
            <a:r>
              <a:rPr sz="1875" b="1">
                <a:solidFill>
                  <a:srgbClr val="172B3A"/>
                </a:solidFill>
                <a:latin typeface="Arial"/>
                <a:ea typeface="Arial"/>
                <a:cs typeface="Arial"/>
              </a:rPr>
              <a:t>40 replies</a:t>
            </a:r>
          </a:p>
        </p:txBody>
      </p:sp>
      <p:sp>
        <p:nvSpPr>
          <p:cNvPr id="15" name="">
            <a:extLst xmlns:a="http://schemas.openxmlformats.org/drawingml/2006/main">
              <a:ext uri="{FF2B5EF4-FFF2-40B4-BE49-F238E27FC236}">
                <a16:creationId xmlns:a16="http://schemas.microsoft.com/office/drawing/2014/main" id="{2D1C3CF5-9492-453B-80DB-7B826FF65F3B}"/>
              </a:ext>
            </a:extLst>
          </p:cNvPr>
          <p:cNvSpPr>
            <a:spLocks xmlns:a="http://schemas.openxmlformats.org/drawingml/2006/main" noGrp="1"/>
          </p:cNvSpPr>
          <p:nvPr/>
        </p:nvSpPr>
        <p:spPr>
          <a:xfrm xmlns:a="http://schemas.openxmlformats.org/drawingml/2006/main">
            <a:off x="4457700" y="5810250"/>
            <a:ext cx="3238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172B3A"/>
                </a:solidFill>
                <a:latin typeface="Arial"/>
                <a:ea typeface="Arial"/>
                <a:cs typeface="Arial"/>
              </a:defRPr>
            </a:defPPr>
            <a:lvl1pPr>
              <a:defRPr sz="1875" b="1">
                <a:solidFill>
                  <a:srgbClr val="172B3A"/>
                </a:solidFill>
                <a:latin typeface="Arial"/>
                <a:ea typeface="Arial"/>
                <a:cs typeface="Arial"/>
              </a:defRPr>
            </a:lvl1pPr>
            <a:lvl2pPr>
              <a:defRPr sz="1875" b="1">
                <a:solidFill>
                  <a:srgbClr val="172B3A"/>
                </a:solidFill>
                <a:latin typeface="Arial"/>
                <a:ea typeface="Arial"/>
                <a:cs typeface="Arial"/>
              </a:defRPr>
            </a:lvl2pPr>
            <a:lvl3pPr>
              <a:defRPr sz="1875" b="1">
                <a:solidFill>
                  <a:srgbClr val="172B3A"/>
                </a:solidFill>
                <a:latin typeface="Arial"/>
                <a:ea typeface="Arial"/>
                <a:cs typeface="Arial"/>
              </a:defRPr>
            </a:lvl3pPr>
            <a:lvl4pPr>
              <a:defRPr sz="1875" b="1">
                <a:solidFill>
                  <a:srgbClr val="172B3A"/>
                </a:solidFill>
                <a:latin typeface="Arial"/>
                <a:ea typeface="Arial"/>
                <a:cs typeface="Arial"/>
              </a:defRPr>
            </a:lvl4pPr>
            <a:lvl5pPr>
              <a:defRPr sz="1875" b="1">
                <a:solidFill>
                  <a:srgbClr val="172B3A"/>
                </a:solidFill>
                <a:latin typeface="Arial"/>
                <a:ea typeface="Arial"/>
                <a:cs typeface="Arial"/>
              </a:defRPr>
            </a:lvl5pPr>
            <a:lvl6pPr>
              <a:defRPr sz="1875" b="1">
                <a:solidFill>
                  <a:srgbClr val="172B3A"/>
                </a:solidFill>
                <a:latin typeface="Arial"/>
                <a:ea typeface="Arial"/>
                <a:cs typeface="Arial"/>
              </a:defRPr>
            </a:lvl6pPr>
            <a:lvl7pPr>
              <a:defRPr sz="1875" b="1">
                <a:solidFill>
                  <a:srgbClr val="172B3A"/>
                </a:solidFill>
                <a:latin typeface="Arial"/>
                <a:ea typeface="Arial"/>
                <a:cs typeface="Arial"/>
              </a:defRPr>
            </a:lvl7pPr>
            <a:lvl8pPr>
              <a:defRPr sz="1875" b="1">
                <a:solidFill>
                  <a:srgbClr val="172B3A"/>
                </a:solidFill>
                <a:latin typeface="Arial"/>
                <a:ea typeface="Arial"/>
                <a:cs typeface="Arial"/>
              </a:defRPr>
            </a:lvl8pPr>
            <a:lvl9pPr>
              <a:defRPr sz="1875" b="1">
                <a:solidFill>
                  <a:srgbClr val="172B3A"/>
                </a:solidFill>
                <a:latin typeface="Arial"/>
                <a:ea typeface="Arial"/>
                <a:cs typeface="Arial"/>
              </a:defRPr>
            </a:lvl9pPr>
          </a:lstStyle>
          <a:p xmlns:a="http://schemas.openxmlformats.org/drawingml/2006/main">
            <a:pPr>
              <a:defRPr sz="1875" b="1">
                <a:solidFill>
                  <a:srgbClr val="172B3A"/>
                </a:solidFill>
                <a:latin typeface="Arial"/>
                <a:ea typeface="Arial"/>
                <a:cs typeface="Arial"/>
              </a:defRPr>
            </a:pPr>
            <a:r>
              <a:rPr sz="1875" b="1">
                <a:solidFill>
                  <a:srgbClr val="172B3A"/>
                </a:solidFill>
                <a:latin typeface="Arial"/>
                <a:ea typeface="Arial"/>
                <a:cs typeface="Arial"/>
              </a:rPr>
              <a:t>10 tools per reply</a:t>
            </a:r>
          </a:p>
        </p:txBody>
      </p:sp>
      <p:sp>
        <p:nvSpPr>
          <p:cNvPr id="16" name="">
            <a:extLst xmlns:a="http://schemas.openxmlformats.org/drawingml/2006/main">
              <a:ext uri="{FF2B5EF4-FFF2-40B4-BE49-F238E27FC236}">
                <a16:creationId xmlns:a16="http://schemas.microsoft.com/office/drawing/2014/main" id="{A548A672-7600-46A9-A48E-95DD137F93A4}"/>
              </a:ext>
            </a:extLst>
          </p:cNvPr>
          <p:cNvSpPr>
            <a:spLocks xmlns:a="http://schemas.openxmlformats.org/drawingml/2006/main" noGrp="1"/>
          </p:cNvSpPr>
          <p:nvPr/>
        </p:nvSpPr>
        <p:spPr>
          <a:xfrm xmlns:a="http://schemas.openxmlformats.org/drawingml/2006/main">
            <a:off x="8229600" y="5810250"/>
            <a:ext cx="3333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172B3A"/>
                </a:solidFill>
                <a:latin typeface="Arial"/>
                <a:ea typeface="Arial"/>
                <a:cs typeface="Arial"/>
              </a:defRPr>
            </a:defPPr>
            <a:lvl1pPr>
              <a:defRPr sz="1875" b="1">
                <a:solidFill>
                  <a:srgbClr val="172B3A"/>
                </a:solidFill>
                <a:latin typeface="Arial"/>
                <a:ea typeface="Arial"/>
                <a:cs typeface="Arial"/>
              </a:defRPr>
            </a:lvl1pPr>
            <a:lvl2pPr>
              <a:defRPr sz="1875" b="1">
                <a:solidFill>
                  <a:srgbClr val="172B3A"/>
                </a:solidFill>
                <a:latin typeface="Arial"/>
                <a:ea typeface="Arial"/>
                <a:cs typeface="Arial"/>
              </a:defRPr>
            </a:lvl2pPr>
            <a:lvl3pPr>
              <a:defRPr sz="1875" b="1">
                <a:solidFill>
                  <a:srgbClr val="172B3A"/>
                </a:solidFill>
                <a:latin typeface="Arial"/>
                <a:ea typeface="Arial"/>
                <a:cs typeface="Arial"/>
              </a:defRPr>
            </a:lvl3pPr>
            <a:lvl4pPr>
              <a:defRPr sz="1875" b="1">
                <a:solidFill>
                  <a:srgbClr val="172B3A"/>
                </a:solidFill>
                <a:latin typeface="Arial"/>
                <a:ea typeface="Arial"/>
                <a:cs typeface="Arial"/>
              </a:defRPr>
            </a:lvl4pPr>
            <a:lvl5pPr>
              <a:defRPr sz="1875" b="1">
                <a:solidFill>
                  <a:srgbClr val="172B3A"/>
                </a:solidFill>
                <a:latin typeface="Arial"/>
                <a:ea typeface="Arial"/>
                <a:cs typeface="Arial"/>
              </a:defRPr>
            </a:lvl5pPr>
            <a:lvl6pPr>
              <a:defRPr sz="1875" b="1">
                <a:solidFill>
                  <a:srgbClr val="172B3A"/>
                </a:solidFill>
                <a:latin typeface="Arial"/>
                <a:ea typeface="Arial"/>
                <a:cs typeface="Arial"/>
              </a:defRPr>
            </a:lvl6pPr>
            <a:lvl7pPr>
              <a:defRPr sz="1875" b="1">
                <a:solidFill>
                  <a:srgbClr val="172B3A"/>
                </a:solidFill>
                <a:latin typeface="Arial"/>
                <a:ea typeface="Arial"/>
                <a:cs typeface="Arial"/>
              </a:defRPr>
            </a:lvl7pPr>
            <a:lvl8pPr>
              <a:defRPr sz="1875" b="1">
                <a:solidFill>
                  <a:srgbClr val="172B3A"/>
                </a:solidFill>
                <a:latin typeface="Arial"/>
                <a:ea typeface="Arial"/>
                <a:cs typeface="Arial"/>
              </a:defRPr>
            </a:lvl8pPr>
            <a:lvl9pPr>
              <a:defRPr sz="1875" b="1">
                <a:solidFill>
                  <a:srgbClr val="172B3A"/>
                </a:solidFill>
                <a:latin typeface="Arial"/>
                <a:ea typeface="Arial"/>
                <a:cs typeface="Arial"/>
              </a:defRPr>
            </a:lvl9pPr>
          </a:lstStyle>
          <a:p xmlns:a="http://schemas.openxmlformats.org/drawingml/2006/main">
            <a:pPr>
              <a:defRPr sz="1875" b="1">
                <a:solidFill>
                  <a:srgbClr val="172B3A"/>
                </a:solidFill>
                <a:latin typeface="Arial"/>
                <a:ea typeface="Arial"/>
                <a:cs typeface="Arial"/>
              </a:defRPr>
            </a:pPr>
            <a:r>
              <a:rPr sz="1875" b="1">
                <a:solidFill>
                  <a:srgbClr val="172B3A"/>
                </a:solidFill>
                <a:latin typeface="Arial"/>
                <a:ea typeface="Arial"/>
                <a:cs typeface="Arial"/>
              </a:rPr>
              <a:t>600-second episode</a:t>
            </a:r>
          </a:p>
        </p:txBody>
      </p:sp>
    </p:spTree>
    <p:extLst>
      <p:ext uri="{BB962C8B-B14F-4D97-AF65-F5344CB8AC3E}">
        <p14:creationId xmlns:p14="http://schemas.microsoft.com/office/powerpoint/2010/main" val="443680210"/>
      </p:ext>
    </p:extLst>
  </p:cSld>
</p:sld>
</file>

<file path=ppt/slides/slide4.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31B0D7D-8A4A-4935-B448-B037FDF8FFF3}"/>
              </a:ext>
            </a:extLst>
          </p:cNvPr>
          <p:cNvSpPr>
            <a:spLocks xmlns:a="http://schemas.openxmlformats.org/drawingml/2006/main" noGrp="1"/>
          </p:cNvSpPr>
          <p:nvPr/>
        </p:nvSpPr>
        <p:spPr>
          <a:xfrm xmlns:a="http://schemas.openxmlformats.org/drawingml/2006/main">
            <a:off x="685800" y="638175"/>
            <a:ext cx="108204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172B3A"/>
                </a:solidFill>
                <a:latin typeface="Arial"/>
                <a:ea typeface="Arial"/>
                <a:cs typeface="Arial"/>
              </a:defRPr>
            </a:defPPr>
            <a:lvl1pPr>
              <a:defRPr sz="3225" b="1">
                <a:solidFill>
                  <a:srgbClr val="172B3A"/>
                </a:solidFill>
                <a:latin typeface="Arial"/>
                <a:ea typeface="Arial"/>
                <a:cs typeface="Arial"/>
              </a:defRPr>
            </a:lvl1pPr>
            <a:lvl2pPr>
              <a:defRPr sz="3225" b="1">
                <a:solidFill>
                  <a:srgbClr val="172B3A"/>
                </a:solidFill>
                <a:latin typeface="Arial"/>
                <a:ea typeface="Arial"/>
                <a:cs typeface="Arial"/>
              </a:defRPr>
            </a:lvl2pPr>
            <a:lvl3pPr>
              <a:defRPr sz="3225" b="1">
                <a:solidFill>
                  <a:srgbClr val="172B3A"/>
                </a:solidFill>
                <a:latin typeface="Arial"/>
                <a:ea typeface="Arial"/>
                <a:cs typeface="Arial"/>
              </a:defRPr>
            </a:lvl3pPr>
            <a:lvl4pPr>
              <a:defRPr sz="3225" b="1">
                <a:solidFill>
                  <a:srgbClr val="172B3A"/>
                </a:solidFill>
                <a:latin typeface="Arial"/>
                <a:ea typeface="Arial"/>
                <a:cs typeface="Arial"/>
              </a:defRPr>
            </a:lvl4pPr>
            <a:lvl5pPr>
              <a:defRPr sz="3225" b="1">
                <a:solidFill>
                  <a:srgbClr val="172B3A"/>
                </a:solidFill>
                <a:latin typeface="Arial"/>
                <a:ea typeface="Arial"/>
                <a:cs typeface="Arial"/>
              </a:defRPr>
            </a:lvl5pPr>
            <a:lvl6pPr>
              <a:defRPr sz="3225" b="1">
                <a:solidFill>
                  <a:srgbClr val="172B3A"/>
                </a:solidFill>
                <a:latin typeface="Arial"/>
                <a:ea typeface="Arial"/>
                <a:cs typeface="Arial"/>
              </a:defRPr>
            </a:lvl6pPr>
            <a:lvl7pPr>
              <a:defRPr sz="3225" b="1">
                <a:solidFill>
                  <a:srgbClr val="172B3A"/>
                </a:solidFill>
                <a:latin typeface="Arial"/>
                <a:ea typeface="Arial"/>
                <a:cs typeface="Arial"/>
              </a:defRPr>
            </a:lvl7pPr>
            <a:lvl8pPr>
              <a:defRPr sz="3225" b="1">
                <a:solidFill>
                  <a:srgbClr val="172B3A"/>
                </a:solidFill>
                <a:latin typeface="Arial"/>
                <a:ea typeface="Arial"/>
                <a:cs typeface="Arial"/>
              </a:defRPr>
            </a:lvl8pPr>
            <a:lvl9pPr>
              <a:defRPr sz="3225" b="1">
                <a:solidFill>
                  <a:srgbClr val="172B3A"/>
                </a:solidFill>
                <a:latin typeface="Arial"/>
                <a:ea typeface="Arial"/>
                <a:cs typeface="Arial"/>
              </a:defRPr>
            </a:lvl9pPr>
          </a:lstStyle>
          <a:p xmlns:a="http://schemas.openxmlformats.org/drawingml/2006/main">
            <a:pPr>
              <a:defRPr sz="3225" b="1">
                <a:solidFill>
                  <a:srgbClr val="172B3A"/>
                </a:solidFill>
                <a:latin typeface="Arial"/>
                <a:ea typeface="Arial"/>
                <a:cs typeface="Arial"/>
              </a:defRPr>
            </a:pPr>
            <a:r>
              <a:rPr sz="3225" b="1">
                <a:solidFill>
                  <a:srgbClr val="172B3A"/>
                </a:solidFill>
                <a:latin typeface="Arial"/>
                <a:ea typeface="Arial"/>
                <a:cs typeface="Arial"/>
              </a:rPr>
              <a:t>Nine tasks, with increasing planning depth</a:t>
            </a:r>
          </a:p>
        </p:txBody>
      </p:sp>
      <p:sp>
        <p:nvSpPr>
          <p:cNvPr id="2" name="">
            <a:extLst xmlns:a="http://schemas.openxmlformats.org/drawingml/2006/main">
              <a:ext uri="{FF2B5EF4-FFF2-40B4-BE49-F238E27FC236}">
                <a16:creationId xmlns:a16="http://schemas.microsoft.com/office/drawing/2014/main" id="{EE96C8D1-2245-4333-8C72-93BF77923C25}"/>
              </a:ext>
            </a:extLst>
          </p:cNvPr>
          <p:cNvSpPr>
            <a:spLocks xmlns:a="http://schemas.openxmlformats.org/drawingml/2006/main" noGrp="1"/>
          </p:cNvSpPr>
          <p:nvPr/>
        </p:nvSpPr>
        <p:spPr>
          <a:xfrm xmlns:a="http://schemas.openxmlformats.org/drawingml/2006/main">
            <a:off x="685800" y="6381750"/>
            <a:ext cx="33337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1">
                <a:solidFill>
                  <a:srgbClr val="60717A"/>
                </a:solidFill>
                <a:latin typeface="Arial"/>
                <a:ea typeface="Arial"/>
                <a:cs typeface="Arial"/>
              </a:defRPr>
            </a:defPPr>
            <a:lvl1pPr>
              <a:defRPr sz="1050" b="1">
                <a:solidFill>
                  <a:srgbClr val="60717A"/>
                </a:solidFill>
                <a:latin typeface="Arial"/>
                <a:ea typeface="Arial"/>
                <a:cs typeface="Arial"/>
              </a:defRPr>
            </a:lvl1pPr>
            <a:lvl2pPr>
              <a:defRPr sz="1050" b="1">
                <a:solidFill>
                  <a:srgbClr val="60717A"/>
                </a:solidFill>
                <a:latin typeface="Arial"/>
                <a:ea typeface="Arial"/>
                <a:cs typeface="Arial"/>
              </a:defRPr>
            </a:lvl2pPr>
            <a:lvl3pPr>
              <a:defRPr sz="1050" b="1">
                <a:solidFill>
                  <a:srgbClr val="60717A"/>
                </a:solidFill>
                <a:latin typeface="Arial"/>
                <a:ea typeface="Arial"/>
                <a:cs typeface="Arial"/>
              </a:defRPr>
            </a:lvl3pPr>
            <a:lvl4pPr>
              <a:defRPr sz="1050" b="1">
                <a:solidFill>
                  <a:srgbClr val="60717A"/>
                </a:solidFill>
                <a:latin typeface="Arial"/>
                <a:ea typeface="Arial"/>
                <a:cs typeface="Arial"/>
              </a:defRPr>
            </a:lvl4pPr>
            <a:lvl5pPr>
              <a:defRPr sz="1050" b="1">
                <a:solidFill>
                  <a:srgbClr val="60717A"/>
                </a:solidFill>
                <a:latin typeface="Arial"/>
                <a:ea typeface="Arial"/>
                <a:cs typeface="Arial"/>
              </a:defRPr>
            </a:lvl5pPr>
            <a:lvl6pPr>
              <a:defRPr sz="1050" b="1">
                <a:solidFill>
                  <a:srgbClr val="60717A"/>
                </a:solidFill>
                <a:latin typeface="Arial"/>
                <a:ea typeface="Arial"/>
                <a:cs typeface="Arial"/>
              </a:defRPr>
            </a:lvl6pPr>
            <a:lvl7pPr>
              <a:defRPr sz="1050" b="1">
                <a:solidFill>
                  <a:srgbClr val="60717A"/>
                </a:solidFill>
                <a:latin typeface="Arial"/>
                <a:ea typeface="Arial"/>
                <a:cs typeface="Arial"/>
              </a:defRPr>
            </a:lvl7pPr>
            <a:lvl8pPr>
              <a:defRPr sz="1050" b="1">
                <a:solidFill>
                  <a:srgbClr val="60717A"/>
                </a:solidFill>
                <a:latin typeface="Arial"/>
                <a:ea typeface="Arial"/>
                <a:cs typeface="Arial"/>
              </a:defRPr>
            </a:lvl8pPr>
            <a:lvl9pPr>
              <a:defRPr sz="1050" b="1">
                <a:solidFill>
                  <a:srgbClr val="60717A"/>
                </a:solidFill>
                <a:latin typeface="Arial"/>
                <a:ea typeface="Arial"/>
                <a:cs typeface="Arial"/>
              </a:defRPr>
            </a:lvl9pPr>
          </a:lstStyle>
          <a:p xmlns:a="http://schemas.openxmlformats.org/drawingml/2006/main">
            <a:pPr>
              <a:defRPr sz="1050" b="1">
                <a:solidFill>
                  <a:srgbClr val="60717A"/>
                </a:solidFill>
                <a:latin typeface="Arial"/>
                <a:ea typeface="Arial"/>
                <a:cs typeface="Arial"/>
              </a:defRPr>
            </a:pPr>
            <a:r>
              <a:rPr sz="1050" b="1">
                <a:solidFill>
                  <a:srgbClr val="60717A"/>
                </a:solidFill>
                <a:latin typeface="Arial"/>
                <a:ea typeface="Arial"/>
                <a:cs typeface="Arial"/>
              </a:rPr>
              <a:t>ASTRO</a:t>
            </a:r>
          </a:p>
        </p:txBody>
      </p:sp>
      <p:sp>
        <p:nvSpPr>
          <p:cNvPr id="3" name="">
            <a:extLst xmlns:a="http://schemas.openxmlformats.org/drawingml/2006/main">
              <a:ext uri="{FF2B5EF4-FFF2-40B4-BE49-F238E27FC236}">
                <a16:creationId xmlns:a16="http://schemas.microsoft.com/office/drawing/2014/main" id="{49E03D26-D57E-4519-8522-8ACDC43A3EA3}"/>
              </a:ext>
            </a:extLst>
          </p:cNvPr>
          <p:cNvSpPr>
            <a:spLocks xmlns:a="http://schemas.openxmlformats.org/drawingml/2006/main" noGrp="1"/>
          </p:cNvSpPr>
          <p:nvPr/>
        </p:nvSpPr>
        <p:spPr>
          <a:xfrm xmlns:a="http://schemas.openxmlformats.org/drawingml/2006/main">
            <a:off x="11182350" y="6381750"/>
            <a:ext cx="333375"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0">
                <a:solidFill>
                  <a:srgbClr val="60717A"/>
                </a:solidFill>
                <a:latin typeface="Arial"/>
                <a:ea typeface="Arial"/>
                <a:cs typeface="Arial"/>
              </a:defRPr>
            </a:defPPr>
            <a:lvl1pPr>
              <a:defRPr sz="1050" b="0">
                <a:solidFill>
                  <a:srgbClr val="60717A"/>
                </a:solidFill>
                <a:latin typeface="Arial"/>
                <a:ea typeface="Arial"/>
                <a:cs typeface="Arial"/>
              </a:defRPr>
            </a:lvl1pPr>
            <a:lvl2pPr>
              <a:defRPr sz="1050" b="0">
                <a:solidFill>
                  <a:srgbClr val="60717A"/>
                </a:solidFill>
                <a:latin typeface="Arial"/>
                <a:ea typeface="Arial"/>
                <a:cs typeface="Arial"/>
              </a:defRPr>
            </a:lvl2pPr>
            <a:lvl3pPr>
              <a:defRPr sz="1050" b="0">
                <a:solidFill>
                  <a:srgbClr val="60717A"/>
                </a:solidFill>
                <a:latin typeface="Arial"/>
                <a:ea typeface="Arial"/>
                <a:cs typeface="Arial"/>
              </a:defRPr>
            </a:lvl3pPr>
            <a:lvl4pPr>
              <a:defRPr sz="1050" b="0">
                <a:solidFill>
                  <a:srgbClr val="60717A"/>
                </a:solidFill>
                <a:latin typeface="Arial"/>
                <a:ea typeface="Arial"/>
                <a:cs typeface="Arial"/>
              </a:defRPr>
            </a:lvl4pPr>
            <a:lvl5pPr>
              <a:defRPr sz="1050" b="0">
                <a:solidFill>
                  <a:srgbClr val="60717A"/>
                </a:solidFill>
                <a:latin typeface="Arial"/>
                <a:ea typeface="Arial"/>
                <a:cs typeface="Arial"/>
              </a:defRPr>
            </a:lvl5pPr>
            <a:lvl6pPr>
              <a:defRPr sz="1050" b="0">
                <a:solidFill>
                  <a:srgbClr val="60717A"/>
                </a:solidFill>
                <a:latin typeface="Arial"/>
                <a:ea typeface="Arial"/>
                <a:cs typeface="Arial"/>
              </a:defRPr>
            </a:lvl6pPr>
            <a:lvl7pPr>
              <a:defRPr sz="1050" b="0">
                <a:solidFill>
                  <a:srgbClr val="60717A"/>
                </a:solidFill>
                <a:latin typeface="Arial"/>
                <a:ea typeface="Arial"/>
                <a:cs typeface="Arial"/>
              </a:defRPr>
            </a:lvl7pPr>
            <a:lvl8pPr>
              <a:defRPr sz="1050" b="0">
                <a:solidFill>
                  <a:srgbClr val="60717A"/>
                </a:solidFill>
                <a:latin typeface="Arial"/>
                <a:ea typeface="Arial"/>
                <a:cs typeface="Arial"/>
              </a:defRPr>
            </a:lvl8pPr>
            <a:lvl9pPr>
              <a:defRPr sz="1050" b="0">
                <a:solidFill>
                  <a:srgbClr val="60717A"/>
                </a:solidFill>
                <a:latin typeface="Arial"/>
                <a:ea typeface="Arial"/>
                <a:cs typeface="Arial"/>
              </a:defRPr>
            </a:lvl9pPr>
          </a:lstStyle>
          <a:p xmlns:a="http://schemas.openxmlformats.org/drawingml/2006/main">
            <a:pPr>
              <a:defRPr sz="1050" b="0">
                <a:solidFill>
                  <a:srgbClr val="60717A"/>
                </a:solidFill>
                <a:latin typeface="Arial"/>
                <a:ea typeface="Arial"/>
                <a:cs typeface="Arial"/>
              </a:defRPr>
            </a:pPr>
            <a:r>
              <a:rPr sz="1050" b="0">
                <a:solidFill>
                  <a:srgbClr val="60717A"/>
                </a:solidFill>
                <a:latin typeface="Arial"/>
                <a:ea typeface="Arial"/>
                <a:cs typeface="Arial"/>
              </a:rPr>
              <a:t>04</a:t>
            </a:r>
          </a:p>
        </p:txBody>
      </p:sp>
      <p:graphicFrame>
        <p:nvGraphicFramePr>
          <p:cNvPr id="4" name="">
            <a:extLst xmlns:a="http://schemas.openxmlformats.org/drawingml/2006/main">
              <a:ext uri="{FF2B5EF4-FFF2-40B4-BE49-F238E27FC236}">
                <a16:creationId xmlns:a16="http://schemas.microsoft.com/office/drawing/2014/main" id="{EA338362-B7C3-48A5-BBC5-3072979A3CB6}"/>
              </a:ext>
            </a:extLst>
          </p:cNvPr>
          <p:cNvGraphicFramePr/>
          <p:nvPr/>
        </p:nvGraphicFramePr>
        <p:xfrm>
          <a:off xmlns:a="http://schemas.openxmlformats.org/drawingml/2006/main" x="685800" y="2000250"/>
          <a:ext xmlns:a="http://schemas.openxmlformats.org/drawingml/2006/main" cx="10820400" cy="3448050"/>
        </p:xfrm>
        <a:graphic xmlns:a="http://schemas.openxmlformats.org/drawingml/2006/main">
          <a:graphicData uri="http://schemas.openxmlformats.org/drawingml/2006/table">
            <a:tbl>
              <a:tblPr/>
              <a:tblGrid>
                <a:gridCol w="2438400"/>
                <a:gridCol w="4229100"/>
                <a:gridCol w="4152900"/>
              </a:tblGrid>
              <a:tr h="862013">
                <a:tc>
                  <a:txBody>
                    <a:bodyPr/>
                    <a:lstStyle/>
                    <a:p>
                      <a:r>
                        <a:rPr sz="1500" b="1">
                          <a:solidFill>
                            <a:srgbClr val="FFFFFF"/>
                          </a:solidFill>
                          <a:latin typeface="Arial"/>
                          <a:ea typeface="Arial"/>
                          <a:cs typeface="Arial"/>
                        </a:rPr>
                        <a:t>Task group</a:t>
                      </a:r>
                    </a:p>
                  </a:txBody>
                  <a:tcPr marL="171450" marR="142875" marT="133350" marB="114300" anchor="ctr">
                    <a:lnL w="6668">
                      <a:solidFill>
                        <a:srgbClr val="D4DCDA"/>
                      </a:solidFill>
                      <a:prstDash val="solid"/>
                    </a:lnL>
                    <a:lnR w="6668">
                      <a:solidFill>
                        <a:srgbClr val="D4DCDA"/>
                      </a:solidFill>
                      <a:prstDash val="solid"/>
                    </a:lnR>
                    <a:lnT w="6668">
                      <a:solidFill>
                        <a:srgbClr val="D4DCDA"/>
                      </a:solidFill>
                      <a:prstDash val="solid"/>
                    </a:lnT>
                    <a:lnB w="6668">
                      <a:solidFill>
                        <a:srgbClr val="D4DCDA"/>
                      </a:solidFill>
                      <a:prstDash val="solid"/>
                    </a:lnB>
                    <a:solidFill>
                      <a:srgbClr val="172B3A"/>
                    </a:solidFill>
                  </a:tcPr>
                </a:tc>
                <a:tc>
                  <a:txBody>
                    <a:bodyPr/>
                    <a:lstStyle/>
                    <a:p>
                      <a:r>
                        <a:rPr sz="1500" b="1">
                          <a:solidFill>
                            <a:srgbClr val="FFFFFF"/>
                          </a:solidFill>
                          <a:latin typeface="Arial"/>
                          <a:ea typeface="Arial"/>
                          <a:cs typeface="Arial"/>
                        </a:rPr>
                        <a:t>Families</a:t>
                      </a:r>
                    </a:p>
                  </a:txBody>
                  <a:tcPr marL="171450" marR="142875" marT="133350" marB="114300" anchor="ctr">
                    <a:lnR w="6668">
                      <a:solidFill>
                        <a:srgbClr val="D4DCDA"/>
                      </a:solidFill>
                      <a:prstDash val="solid"/>
                    </a:lnR>
                    <a:lnT w="6668">
                      <a:solidFill>
                        <a:srgbClr val="D4DCDA"/>
                      </a:solidFill>
                      <a:prstDash val="solid"/>
                    </a:lnT>
                    <a:lnB w="6668">
                      <a:solidFill>
                        <a:srgbClr val="D4DCDA"/>
                      </a:solidFill>
                      <a:prstDash val="solid"/>
                    </a:lnB>
                    <a:solidFill>
                      <a:srgbClr val="172B3A"/>
                    </a:solidFill>
                  </a:tcPr>
                </a:tc>
                <a:tc>
                  <a:txBody>
                    <a:bodyPr/>
                    <a:lstStyle/>
                    <a:p>
                      <a:r>
                        <a:rPr sz="1500" b="1">
                          <a:solidFill>
                            <a:srgbClr val="FFFFFF"/>
                          </a:solidFill>
                          <a:latin typeface="Arial"/>
                          <a:ea typeface="Arial"/>
                          <a:cs typeface="Arial"/>
                        </a:rPr>
                        <a:t>What the agent must decide</a:t>
                      </a:r>
                    </a:p>
                  </a:txBody>
                  <a:tcPr marL="171450" marR="142875" marT="133350" marB="114300" anchor="ctr">
                    <a:lnR w="6668">
                      <a:solidFill>
                        <a:srgbClr val="D4DCDA"/>
                      </a:solidFill>
                      <a:prstDash val="solid"/>
                    </a:lnR>
                    <a:lnT w="6668">
                      <a:solidFill>
                        <a:srgbClr val="D4DCDA"/>
                      </a:solidFill>
                      <a:prstDash val="solid"/>
                    </a:lnT>
                    <a:lnB w="6668">
                      <a:solidFill>
                        <a:srgbClr val="D4DCDA"/>
                      </a:solidFill>
                      <a:prstDash val="solid"/>
                    </a:lnB>
                    <a:solidFill>
                      <a:srgbClr val="172B3A"/>
                    </a:solidFill>
                  </a:tcPr>
                </a:tc>
              </a:tr>
              <a:tr h="862013">
                <a:tc>
                  <a:txBody>
                    <a:bodyPr/>
                    <a:lstStyle/>
                    <a:p>
                      <a:r>
                        <a:rPr sz="1875" b="0">
                          <a:solidFill>
                            <a:srgbClr val="172B3A"/>
                          </a:solidFill>
                          <a:latin typeface="Arial"/>
                          <a:ea typeface="Arial"/>
                          <a:cs typeface="Arial"/>
                        </a:rPr>
                        <a:t>Guided recovery</a:t>
                      </a:r>
                    </a:p>
                  </a:txBody>
                  <a:tcPr marL="171450" marR="142875" marT="133350" marB="114300" anchor="ctr">
                    <a:lnL w="6668">
                      <a:solidFill>
                        <a:srgbClr val="D4DCDA"/>
                      </a:solidFill>
                      <a:prstDash val="solid"/>
                    </a:lnL>
                    <a:lnR w="6668">
                      <a:solidFill>
                        <a:srgbClr val="D4DCDA"/>
                      </a:solidFill>
                      <a:prstDash val="solid"/>
                    </a:lnR>
                    <a:lnB w="6668">
                      <a:solidFill>
                        <a:srgbClr val="D4DCDA"/>
                      </a:solidFill>
                      <a:prstDash val="solid"/>
                    </a:lnB>
                    <a:solidFill>
                      <a:srgbClr val="ECEFEC"/>
                    </a:solidFill>
                  </a:tcPr>
                </a:tc>
                <a:tc>
                  <a:txBody>
                    <a:bodyPr/>
                    <a:lstStyle/>
                    <a:p>
                      <a:r>
                        <a:rPr sz="1875" b="0">
                          <a:solidFill>
                            <a:srgbClr val="172B3A"/>
                          </a:solidFill>
                          <a:latin typeface="Arial"/>
                          <a:ea typeface="Arial"/>
                          <a:cs typeface="Arial"/>
                        </a:rPr>
                        <a:t>Power, pointing, thermal,</a:t>
                      </a:r>
                    </a:p>
                    <a:p>
                      <a:r>
                        <a:rPr sz="1875" b="0">
                          <a:solidFill>
                            <a:srgbClr val="172B3A"/>
                          </a:solidFill>
                          <a:latin typeface="Arial"/>
                          <a:ea typeface="Arial"/>
                          <a:cs typeface="Arial"/>
                        </a:rPr>
                        <a:t>radio and fault cascade</a:t>
                      </a:r>
                    </a:p>
                  </a:txBody>
                  <a:tcPr marL="171450" marR="142875" marT="133350" marB="114300" anchor="ctr">
                    <a:lnR w="6668">
                      <a:solidFill>
                        <a:srgbClr val="D4DCDA"/>
                      </a:solidFill>
                      <a:prstDash val="solid"/>
                    </a:lnR>
                    <a:lnB w="6668">
                      <a:solidFill>
                        <a:srgbClr val="D4DCDA"/>
                      </a:solidFill>
                      <a:prstDash val="solid"/>
                    </a:lnB>
                    <a:solidFill>
                      <a:srgbClr val="ECEFEC"/>
                    </a:solidFill>
                  </a:tcPr>
                </a:tc>
                <a:tc>
                  <a:txBody>
                    <a:bodyPr/>
                    <a:lstStyle/>
                    <a:p>
                      <a:r>
                        <a:rPr sz="1875" b="0">
                          <a:solidFill>
                            <a:srgbClr val="172B3A"/>
                          </a:solidFill>
                          <a:latin typeface="Arial"/>
                          <a:ea typeface="Arial"/>
                          <a:cs typeface="Arial"/>
                        </a:rPr>
                        <a:t>Diagnose a fault and repair it</a:t>
                      </a:r>
                    </a:p>
                  </a:txBody>
                  <a:tcPr marL="171450" marR="142875" marT="133350" marB="114300" anchor="ctr">
                    <a:lnR w="6668">
                      <a:solidFill>
                        <a:srgbClr val="D4DCDA"/>
                      </a:solidFill>
                      <a:prstDash val="solid"/>
                    </a:lnR>
                    <a:lnB w="6668">
                      <a:solidFill>
                        <a:srgbClr val="D4DCDA"/>
                      </a:solidFill>
                      <a:prstDash val="solid"/>
                    </a:lnB>
                    <a:solidFill>
                      <a:srgbClr val="ECEFEC"/>
                    </a:solidFill>
                  </a:tcPr>
                </a:tc>
              </a:tr>
              <a:tr h="862013">
                <a:tc>
                  <a:txBody>
                    <a:bodyPr/>
                    <a:lstStyle/>
                    <a:p>
                      <a:r>
                        <a:rPr sz="1875" b="0">
                          <a:solidFill>
                            <a:srgbClr val="172B3A"/>
                          </a:solidFill>
                          <a:latin typeface="Arial"/>
                          <a:ea typeface="Arial"/>
                          <a:cs typeface="Arial"/>
                        </a:rPr>
                        <a:t>Radio planning</a:t>
                      </a:r>
                    </a:p>
                  </a:txBody>
                  <a:tcPr marL="171450" marR="142875" marT="133350" marB="114300" anchor="ctr">
                    <a:lnL w="6668">
                      <a:solidFill>
                        <a:srgbClr val="D4DCDA"/>
                      </a:solidFill>
                      <a:prstDash val="solid"/>
                    </a:lnL>
                    <a:lnR w="6668">
                      <a:solidFill>
                        <a:srgbClr val="D4DCDA"/>
                      </a:solidFill>
                      <a:prstDash val="solid"/>
                    </a:lnR>
                    <a:lnB w="6668">
                      <a:solidFill>
                        <a:srgbClr val="D4DCDA"/>
                      </a:solidFill>
                      <a:prstDash val="solid"/>
                    </a:lnB>
                    <a:solidFill>
                      <a:srgbClr val="F7F6F2"/>
                    </a:solidFill>
                  </a:tcPr>
                </a:tc>
                <a:tc>
                  <a:txBody>
                    <a:bodyPr/>
                    <a:lstStyle/>
                    <a:p>
                      <a:r>
                        <a:rPr sz="1875" b="0">
                          <a:solidFill>
                            <a:srgbClr val="172B3A"/>
                          </a:solidFill>
                          <a:latin typeface="Arial"/>
                          <a:ea typeface="Arial"/>
                          <a:cs typeface="Arial"/>
                        </a:rPr>
                        <a:t>RF energy tradeoff</a:t>
                      </a:r>
                    </a:p>
                    <a:p>
                      <a:r>
                        <a:rPr sz="1875" b="0">
                          <a:solidFill>
                            <a:srgbClr val="172B3A"/>
                          </a:solidFill>
                          <a:latin typeface="Arial"/>
                          <a:ea typeface="Arial"/>
                          <a:cs typeface="Arial"/>
                        </a:rPr>
                        <a:t>Early pass recovery</a:t>
                      </a:r>
                    </a:p>
                  </a:txBody>
                  <a:tcPr marL="171450" marR="142875" marT="133350" marB="114300" anchor="ctr">
                    <a:lnR w="6668">
                      <a:solidFill>
                        <a:srgbClr val="D4DCDA"/>
                      </a:solidFill>
                      <a:prstDash val="solid"/>
                    </a:lnR>
                    <a:lnB w="6668">
                      <a:solidFill>
                        <a:srgbClr val="D4DCDA"/>
                      </a:solidFill>
                      <a:prstDash val="solid"/>
                    </a:lnB>
                    <a:solidFill>
                      <a:srgbClr val="F7F6F2"/>
                    </a:solidFill>
                  </a:tcPr>
                </a:tc>
                <a:tc>
                  <a:txBody>
                    <a:bodyPr/>
                    <a:lstStyle/>
                    <a:p>
                      <a:r>
                        <a:rPr sz="1875" b="0">
                          <a:solidFill>
                            <a:srgbClr val="172B3A"/>
                          </a:solidFill>
                          <a:latin typeface="Arial"/>
                          <a:ea typeface="Arial"/>
                          <a:cs typeface="Arial"/>
                        </a:rPr>
                        <a:t>Balance energy and link rate</a:t>
                      </a:r>
                    </a:p>
                    <a:p>
                      <a:r>
                        <a:rPr sz="1875" b="0">
                          <a:solidFill>
                            <a:srgbClr val="172B3A"/>
                          </a:solidFill>
                          <a:latin typeface="Arial"/>
                          <a:ea typeface="Arial"/>
                          <a:cs typeface="Arial"/>
                        </a:rPr>
                        <a:t>Repair before contact closes</a:t>
                      </a:r>
                    </a:p>
                  </a:txBody>
                  <a:tcPr marL="171450" marR="142875" marT="133350" marB="114300" anchor="ctr">
                    <a:lnR w="6668">
                      <a:solidFill>
                        <a:srgbClr val="D4DCDA"/>
                      </a:solidFill>
                      <a:prstDash val="solid"/>
                    </a:lnR>
                    <a:lnB w="6668">
                      <a:solidFill>
                        <a:srgbClr val="D4DCDA"/>
                      </a:solidFill>
                      <a:prstDash val="solid"/>
                    </a:lnB>
                    <a:solidFill>
                      <a:srgbClr val="F7F6F2"/>
                    </a:solidFill>
                  </a:tcPr>
                </a:tc>
              </a:tr>
              <a:tr h="862013">
                <a:tc>
                  <a:txBody>
                    <a:bodyPr/>
                    <a:lstStyle/>
                    <a:p>
                      <a:r>
                        <a:rPr sz="1875" b="0">
                          <a:solidFill>
                            <a:srgbClr val="172B3A"/>
                          </a:solidFill>
                          <a:latin typeface="Arial"/>
                          <a:ea typeface="Arial"/>
                          <a:cs typeface="Arial"/>
                        </a:rPr>
                        <a:t>Payload planning</a:t>
                      </a:r>
                    </a:p>
                  </a:txBody>
                  <a:tcPr marL="171450" marR="142875" marT="133350" marB="114300" anchor="ctr">
                    <a:lnL w="6668">
                      <a:solidFill>
                        <a:srgbClr val="D4DCDA"/>
                      </a:solidFill>
                      <a:prstDash val="solid"/>
                    </a:lnL>
                    <a:lnR w="6668">
                      <a:solidFill>
                        <a:srgbClr val="D4DCDA"/>
                      </a:solidFill>
                      <a:prstDash val="solid"/>
                    </a:lnR>
                    <a:lnB w="6668">
                      <a:solidFill>
                        <a:srgbClr val="D4DCDA"/>
                      </a:solidFill>
                      <a:prstDash val="solid"/>
                    </a:lnB>
                    <a:solidFill>
                      <a:srgbClr val="ECEFEC"/>
                    </a:solidFill>
                  </a:tcPr>
                </a:tc>
                <a:tc>
                  <a:txBody>
                    <a:bodyPr/>
                    <a:lstStyle/>
                    <a:p>
                      <a:r>
                        <a:rPr sz="1875" b="0">
                          <a:solidFill>
                            <a:srgbClr val="172B3A"/>
                          </a:solidFill>
                          <a:latin typeface="Arial"/>
                          <a:ea typeface="Arial"/>
                          <a:cs typeface="Arial"/>
                        </a:rPr>
                        <a:t>Observation scheduling</a:t>
                      </a:r>
                    </a:p>
                    <a:p>
                      <a:r>
                        <a:rPr sz="1875" b="0">
                          <a:solidFill>
                            <a:srgbClr val="172B3A"/>
                          </a:solidFill>
                          <a:latin typeface="Arial"/>
                          <a:ea typeface="Arial"/>
                          <a:cs typeface="Arial"/>
                        </a:rPr>
                        <a:t>Science store and forward</a:t>
                      </a:r>
                    </a:p>
                  </a:txBody>
                  <a:tcPr marL="171450" marR="142875" marT="133350" marB="114300" anchor="ctr">
                    <a:lnR w="6668">
                      <a:solidFill>
                        <a:srgbClr val="D4DCDA"/>
                      </a:solidFill>
                      <a:prstDash val="solid"/>
                    </a:lnR>
                    <a:lnB w="6668">
                      <a:solidFill>
                        <a:srgbClr val="D4DCDA"/>
                      </a:solidFill>
                      <a:prstDash val="solid"/>
                    </a:lnB>
                    <a:solidFill>
                      <a:srgbClr val="ECEFEC"/>
                    </a:solidFill>
                  </a:tcPr>
                </a:tc>
                <a:tc>
                  <a:txBody>
                    <a:bodyPr/>
                    <a:lstStyle/>
                    <a:p>
                      <a:r>
                        <a:rPr sz="1875" b="0">
                          <a:solidFill>
                            <a:srgbClr val="172B3A"/>
                          </a:solidFill>
                          <a:latin typeface="Arial"/>
                          <a:ea typeface="Arial"/>
                          <a:cs typeface="Arial"/>
                        </a:rPr>
                        <a:t>Collect at the right time</a:t>
                      </a:r>
                    </a:p>
                    <a:p>
                      <a:r>
                        <a:rPr sz="1875" b="0">
                          <a:solidFill>
                            <a:srgbClr val="172B3A"/>
                          </a:solidFill>
                          <a:latin typeface="Arial"/>
                          <a:ea typeface="Arial"/>
                          <a:cs typeface="Arial"/>
                        </a:rPr>
                        <a:t>Manage storage and downlink</a:t>
                      </a:r>
                    </a:p>
                  </a:txBody>
                  <a:tcPr marL="171450" marR="142875" marT="133350" marB="114300" anchor="ctr">
                    <a:lnR w="6668">
                      <a:solidFill>
                        <a:srgbClr val="D4DCDA"/>
                      </a:solidFill>
                      <a:prstDash val="solid"/>
                    </a:lnR>
                    <a:lnB w="6668">
                      <a:solidFill>
                        <a:srgbClr val="D4DCDA"/>
                      </a:solidFill>
                      <a:prstDash val="solid"/>
                    </a:lnB>
                    <a:solidFill>
                      <a:srgbClr val="ECEFEC"/>
                    </a:solidFill>
                  </a:tcPr>
                </a:tc>
              </a:tr>
            </a:tbl>
          </a:graphicData>
        </a:graphic>
      </p:graphicFrame>
      <p:sp>
        <p:nvSpPr>
          <p:cNvPr id="5" name="">
            <a:extLst xmlns:a="http://schemas.openxmlformats.org/drawingml/2006/main">
              <a:ext uri="{FF2B5EF4-FFF2-40B4-BE49-F238E27FC236}">
                <a16:creationId xmlns:a16="http://schemas.microsoft.com/office/drawing/2014/main" id="{BA173D06-E4AA-41E6-AA48-89496F1B576D}"/>
              </a:ext>
            </a:extLst>
          </p:cNvPr>
          <p:cNvSpPr>
            <a:spLocks xmlns:a="http://schemas.openxmlformats.org/drawingml/2006/main" noGrp="1"/>
          </p:cNvSpPr>
          <p:nvPr/>
        </p:nvSpPr>
        <p:spPr>
          <a:xfrm xmlns:a="http://schemas.openxmlformats.org/drawingml/2006/main">
            <a:off x="685800" y="5800725"/>
            <a:ext cx="108204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20776D"/>
                </a:solidFill>
                <a:latin typeface="Arial"/>
                <a:ea typeface="Arial"/>
                <a:cs typeface="Arial"/>
              </a:defRPr>
            </a:defPPr>
            <a:lvl1pPr>
              <a:defRPr sz="2025" b="1">
                <a:solidFill>
                  <a:srgbClr val="20776D"/>
                </a:solidFill>
                <a:latin typeface="Arial"/>
                <a:ea typeface="Arial"/>
                <a:cs typeface="Arial"/>
              </a:defRPr>
            </a:lvl1pPr>
            <a:lvl2pPr>
              <a:defRPr sz="2025" b="1">
                <a:solidFill>
                  <a:srgbClr val="20776D"/>
                </a:solidFill>
                <a:latin typeface="Arial"/>
                <a:ea typeface="Arial"/>
                <a:cs typeface="Arial"/>
              </a:defRPr>
            </a:lvl2pPr>
            <a:lvl3pPr>
              <a:defRPr sz="2025" b="1">
                <a:solidFill>
                  <a:srgbClr val="20776D"/>
                </a:solidFill>
                <a:latin typeface="Arial"/>
                <a:ea typeface="Arial"/>
                <a:cs typeface="Arial"/>
              </a:defRPr>
            </a:lvl3pPr>
            <a:lvl4pPr>
              <a:defRPr sz="2025" b="1">
                <a:solidFill>
                  <a:srgbClr val="20776D"/>
                </a:solidFill>
                <a:latin typeface="Arial"/>
                <a:ea typeface="Arial"/>
                <a:cs typeface="Arial"/>
              </a:defRPr>
            </a:lvl4pPr>
            <a:lvl5pPr>
              <a:defRPr sz="2025" b="1">
                <a:solidFill>
                  <a:srgbClr val="20776D"/>
                </a:solidFill>
                <a:latin typeface="Arial"/>
                <a:ea typeface="Arial"/>
                <a:cs typeface="Arial"/>
              </a:defRPr>
            </a:lvl5pPr>
            <a:lvl6pPr>
              <a:defRPr sz="2025" b="1">
                <a:solidFill>
                  <a:srgbClr val="20776D"/>
                </a:solidFill>
                <a:latin typeface="Arial"/>
                <a:ea typeface="Arial"/>
                <a:cs typeface="Arial"/>
              </a:defRPr>
            </a:lvl6pPr>
            <a:lvl7pPr>
              <a:defRPr sz="2025" b="1">
                <a:solidFill>
                  <a:srgbClr val="20776D"/>
                </a:solidFill>
                <a:latin typeface="Arial"/>
                <a:ea typeface="Arial"/>
                <a:cs typeface="Arial"/>
              </a:defRPr>
            </a:lvl7pPr>
            <a:lvl8pPr>
              <a:defRPr sz="2025" b="1">
                <a:solidFill>
                  <a:srgbClr val="20776D"/>
                </a:solidFill>
                <a:latin typeface="Arial"/>
                <a:ea typeface="Arial"/>
                <a:cs typeface="Arial"/>
              </a:defRPr>
            </a:lvl8pPr>
            <a:lvl9pPr>
              <a:defRPr sz="2025" b="1">
                <a:solidFill>
                  <a:srgbClr val="20776D"/>
                </a:solidFill>
                <a:latin typeface="Arial"/>
                <a:ea typeface="Arial"/>
                <a:cs typeface="Arial"/>
              </a:defRPr>
            </a:lvl9pPr>
          </a:lstStyle>
          <a:p xmlns:a="http://schemas.openxmlformats.org/drawingml/2006/main">
            <a:pPr>
              <a:defRPr sz="2025" b="1">
                <a:solidFill>
                  <a:srgbClr val="20776D"/>
                </a:solidFill>
                <a:latin typeface="Arial"/>
                <a:ea typeface="Arial"/>
                <a:cs typeface="Arial"/>
              </a:defRPr>
            </a:pPr>
            <a:r>
              <a:rPr sz="2025" b="1">
                <a:solidFill>
                  <a:srgbClr val="20776D"/>
                </a:solidFill>
                <a:latin typeface="Arial"/>
                <a:ea typeface="Arial"/>
                <a:cs typeface="Arial"/>
              </a:rPr>
              <a:t>3 difficulty levels. Seeded faults, hardware and timing.</a:t>
            </a:r>
          </a:p>
        </p:txBody>
      </p:sp>
    </p:spTree>
    <p:extLst>
      <p:ext uri="{BB962C8B-B14F-4D97-AF65-F5344CB8AC3E}">
        <p14:creationId xmlns:p14="http://schemas.microsoft.com/office/powerpoint/2010/main" val="1366912703"/>
      </p:ext>
    </p:extLst>
  </p:cSld>
</p:sld>
</file>

<file path=ppt/slides/slide5.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7CBF7CB7-4C27-418D-82F3-9F303A6784C9}"/>
              </a:ext>
            </a:extLst>
          </p:cNvPr>
          <p:cNvSpPr>
            <a:spLocks xmlns:a="http://schemas.openxmlformats.org/drawingml/2006/main" noGrp="1"/>
          </p:cNvSpPr>
          <p:nvPr/>
        </p:nvSpPr>
        <p:spPr>
          <a:xfrm xmlns:a="http://schemas.openxmlformats.org/drawingml/2006/main">
            <a:off x="685800" y="638175"/>
            <a:ext cx="108204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172B3A"/>
                </a:solidFill>
                <a:latin typeface="Arial"/>
                <a:ea typeface="Arial"/>
                <a:cs typeface="Arial"/>
              </a:defRPr>
            </a:defPPr>
            <a:lvl1pPr>
              <a:defRPr sz="3225" b="1">
                <a:solidFill>
                  <a:srgbClr val="172B3A"/>
                </a:solidFill>
                <a:latin typeface="Arial"/>
                <a:ea typeface="Arial"/>
                <a:cs typeface="Arial"/>
              </a:defRPr>
            </a:lvl1pPr>
            <a:lvl2pPr>
              <a:defRPr sz="3225" b="1">
                <a:solidFill>
                  <a:srgbClr val="172B3A"/>
                </a:solidFill>
                <a:latin typeface="Arial"/>
                <a:ea typeface="Arial"/>
                <a:cs typeface="Arial"/>
              </a:defRPr>
            </a:lvl2pPr>
            <a:lvl3pPr>
              <a:defRPr sz="3225" b="1">
                <a:solidFill>
                  <a:srgbClr val="172B3A"/>
                </a:solidFill>
                <a:latin typeface="Arial"/>
                <a:ea typeface="Arial"/>
                <a:cs typeface="Arial"/>
              </a:defRPr>
            </a:lvl3pPr>
            <a:lvl4pPr>
              <a:defRPr sz="3225" b="1">
                <a:solidFill>
                  <a:srgbClr val="172B3A"/>
                </a:solidFill>
                <a:latin typeface="Arial"/>
                <a:ea typeface="Arial"/>
                <a:cs typeface="Arial"/>
              </a:defRPr>
            </a:lvl4pPr>
            <a:lvl5pPr>
              <a:defRPr sz="3225" b="1">
                <a:solidFill>
                  <a:srgbClr val="172B3A"/>
                </a:solidFill>
                <a:latin typeface="Arial"/>
                <a:ea typeface="Arial"/>
                <a:cs typeface="Arial"/>
              </a:defRPr>
            </a:lvl5pPr>
            <a:lvl6pPr>
              <a:defRPr sz="3225" b="1">
                <a:solidFill>
                  <a:srgbClr val="172B3A"/>
                </a:solidFill>
                <a:latin typeface="Arial"/>
                <a:ea typeface="Arial"/>
                <a:cs typeface="Arial"/>
              </a:defRPr>
            </a:lvl6pPr>
            <a:lvl7pPr>
              <a:defRPr sz="3225" b="1">
                <a:solidFill>
                  <a:srgbClr val="172B3A"/>
                </a:solidFill>
                <a:latin typeface="Arial"/>
                <a:ea typeface="Arial"/>
                <a:cs typeface="Arial"/>
              </a:defRPr>
            </a:lvl7pPr>
            <a:lvl8pPr>
              <a:defRPr sz="3225" b="1">
                <a:solidFill>
                  <a:srgbClr val="172B3A"/>
                </a:solidFill>
                <a:latin typeface="Arial"/>
                <a:ea typeface="Arial"/>
                <a:cs typeface="Arial"/>
              </a:defRPr>
            </a:lvl8pPr>
            <a:lvl9pPr>
              <a:defRPr sz="3225" b="1">
                <a:solidFill>
                  <a:srgbClr val="172B3A"/>
                </a:solidFill>
                <a:latin typeface="Arial"/>
                <a:ea typeface="Arial"/>
                <a:cs typeface="Arial"/>
              </a:defRPr>
            </a:lvl9pPr>
          </a:lstStyle>
          <a:p xmlns:a="http://schemas.openxmlformats.org/drawingml/2006/main">
            <a:pPr>
              <a:defRPr sz="3225" b="1">
                <a:solidFill>
                  <a:srgbClr val="172B3A"/>
                </a:solidFill>
                <a:latin typeface="Arial"/>
                <a:ea typeface="Arial"/>
                <a:cs typeface="Arial"/>
              </a:defRPr>
            </a:pPr>
            <a:r>
              <a:rPr sz="3225" b="1">
                <a:solidFill>
                  <a:srgbClr val="172B3A"/>
                </a:solidFill>
                <a:latin typeface="Arial"/>
                <a:ea typeface="Arial"/>
                <a:cs typeface="Arial"/>
              </a:rPr>
              <a:t>The planning test: collect, transmit, repeat</a:t>
            </a:r>
          </a:p>
        </p:txBody>
      </p:sp>
      <p:sp>
        <p:nvSpPr>
          <p:cNvPr id="2" name="">
            <a:extLst xmlns:a="http://schemas.openxmlformats.org/drawingml/2006/main">
              <a:ext uri="{FF2B5EF4-FFF2-40B4-BE49-F238E27FC236}">
                <a16:creationId xmlns:a16="http://schemas.microsoft.com/office/drawing/2014/main" id="{37FB68E8-1F79-495E-8769-5CADD835A389}"/>
              </a:ext>
            </a:extLst>
          </p:cNvPr>
          <p:cNvSpPr>
            <a:spLocks xmlns:a="http://schemas.openxmlformats.org/drawingml/2006/main" noGrp="1"/>
          </p:cNvSpPr>
          <p:nvPr/>
        </p:nvSpPr>
        <p:spPr>
          <a:xfrm xmlns:a="http://schemas.openxmlformats.org/drawingml/2006/main">
            <a:off x="685800" y="6381750"/>
            <a:ext cx="33337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1">
                <a:solidFill>
                  <a:srgbClr val="60717A"/>
                </a:solidFill>
                <a:latin typeface="Arial"/>
                <a:ea typeface="Arial"/>
                <a:cs typeface="Arial"/>
              </a:defRPr>
            </a:defPPr>
            <a:lvl1pPr>
              <a:defRPr sz="1050" b="1">
                <a:solidFill>
                  <a:srgbClr val="60717A"/>
                </a:solidFill>
                <a:latin typeface="Arial"/>
                <a:ea typeface="Arial"/>
                <a:cs typeface="Arial"/>
              </a:defRPr>
            </a:lvl1pPr>
            <a:lvl2pPr>
              <a:defRPr sz="1050" b="1">
                <a:solidFill>
                  <a:srgbClr val="60717A"/>
                </a:solidFill>
                <a:latin typeface="Arial"/>
                <a:ea typeface="Arial"/>
                <a:cs typeface="Arial"/>
              </a:defRPr>
            </a:lvl2pPr>
            <a:lvl3pPr>
              <a:defRPr sz="1050" b="1">
                <a:solidFill>
                  <a:srgbClr val="60717A"/>
                </a:solidFill>
                <a:latin typeface="Arial"/>
                <a:ea typeface="Arial"/>
                <a:cs typeface="Arial"/>
              </a:defRPr>
            </a:lvl3pPr>
            <a:lvl4pPr>
              <a:defRPr sz="1050" b="1">
                <a:solidFill>
                  <a:srgbClr val="60717A"/>
                </a:solidFill>
                <a:latin typeface="Arial"/>
                <a:ea typeface="Arial"/>
                <a:cs typeface="Arial"/>
              </a:defRPr>
            </a:lvl4pPr>
            <a:lvl5pPr>
              <a:defRPr sz="1050" b="1">
                <a:solidFill>
                  <a:srgbClr val="60717A"/>
                </a:solidFill>
                <a:latin typeface="Arial"/>
                <a:ea typeface="Arial"/>
                <a:cs typeface="Arial"/>
              </a:defRPr>
            </a:lvl5pPr>
            <a:lvl6pPr>
              <a:defRPr sz="1050" b="1">
                <a:solidFill>
                  <a:srgbClr val="60717A"/>
                </a:solidFill>
                <a:latin typeface="Arial"/>
                <a:ea typeface="Arial"/>
                <a:cs typeface="Arial"/>
              </a:defRPr>
            </a:lvl6pPr>
            <a:lvl7pPr>
              <a:defRPr sz="1050" b="1">
                <a:solidFill>
                  <a:srgbClr val="60717A"/>
                </a:solidFill>
                <a:latin typeface="Arial"/>
                <a:ea typeface="Arial"/>
                <a:cs typeface="Arial"/>
              </a:defRPr>
            </a:lvl7pPr>
            <a:lvl8pPr>
              <a:defRPr sz="1050" b="1">
                <a:solidFill>
                  <a:srgbClr val="60717A"/>
                </a:solidFill>
                <a:latin typeface="Arial"/>
                <a:ea typeface="Arial"/>
                <a:cs typeface="Arial"/>
              </a:defRPr>
            </a:lvl8pPr>
            <a:lvl9pPr>
              <a:defRPr sz="1050" b="1">
                <a:solidFill>
                  <a:srgbClr val="60717A"/>
                </a:solidFill>
                <a:latin typeface="Arial"/>
                <a:ea typeface="Arial"/>
                <a:cs typeface="Arial"/>
              </a:defRPr>
            </a:lvl9pPr>
          </a:lstStyle>
          <a:p xmlns:a="http://schemas.openxmlformats.org/drawingml/2006/main">
            <a:pPr>
              <a:defRPr sz="1050" b="1">
                <a:solidFill>
                  <a:srgbClr val="60717A"/>
                </a:solidFill>
                <a:latin typeface="Arial"/>
                <a:ea typeface="Arial"/>
                <a:cs typeface="Arial"/>
              </a:defRPr>
            </a:pPr>
            <a:r>
              <a:rPr sz="1050" b="1">
                <a:solidFill>
                  <a:srgbClr val="60717A"/>
                </a:solidFill>
                <a:latin typeface="Arial"/>
                <a:ea typeface="Arial"/>
                <a:cs typeface="Arial"/>
              </a:rPr>
              <a:t>ASTRO</a:t>
            </a:r>
          </a:p>
        </p:txBody>
      </p:sp>
      <p:sp>
        <p:nvSpPr>
          <p:cNvPr id="3" name="">
            <a:extLst xmlns:a="http://schemas.openxmlformats.org/drawingml/2006/main">
              <a:ext uri="{FF2B5EF4-FFF2-40B4-BE49-F238E27FC236}">
                <a16:creationId xmlns:a16="http://schemas.microsoft.com/office/drawing/2014/main" id="{B6176D4E-9641-4821-8E84-F3F87D5AB617}"/>
              </a:ext>
            </a:extLst>
          </p:cNvPr>
          <p:cNvSpPr>
            <a:spLocks xmlns:a="http://schemas.openxmlformats.org/drawingml/2006/main" noGrp="1"/>
          </p:cNvSpPr>
          <p:nvPr/>
        </p:nvSpPr>
        <p:spPr>
          <a:xfrm xmlns:a="http://schemas.openxmlformats.org/drawingml/2006/main">
            <a:off x="11182350" y="6381750"/>
            <a:ext cx="333375"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0">
                <a:solidFill>
                  <a:srgbClr val="60717A"/>
                </a:solidFill>
                <a:latin typeface="Arial"/>
                <a:ea typeface="Arial"/>
                <a:cs typeface="Arial"/>
              </a:defRPr>
            </a:defPPr>
            <a:lvl1pPr>
              <a:defRPr sz="1050" b="0">
                <a:solidFill>
                  <a:srgbClr val="60717A"/>
                </a:solidFill>
                <a:latin typeface="Arial"/>
                <a:ea typeface="Arial"/>
                <a:cs typeface="Arial"/>
              </a:defRPr>
            </a:lvl1pPr>
            <a:lvl2pPr>
              <a:defRPr sz="1050" b="0">
                <a:solidFill>
                  <a:srgbClr val="60717A"/>
                </a:solidFill>
                <a:latin typeface="Arial"/>
                <a:ea typeface="Arial"/>
                <a:cs typeface="Arial"/>
              </a:defRPr>
            </a:lvl2pPr>
            <a:lvl3pPr>
              <a:defRPr sz="1050" b="0">
                <a:solidFill>
                  <a:srgbClr val="60717A"/>
                </a:solidFill>
                <a:latin typeface="Arial"/>
                <a:ea typeface="Arial"/>
                <a:cs typeface="Arial"/>
              </a:defRPr>
            </a:lvl3pPr>
            <a:lvl4pPr>
              <a:defRPr sz="1050" b="0">
                <a:solidFill>
                  <a:srgbClr val="60717A"/>
                </a:solidFill>
                <a:latin typeface="Arial"/>
                <a:ea typeface="Arial"/>
                <a:cs typeface="Arial"/>
              </a:defRPr>
            </a:lvl4pPr>
            <a:lvl5pPr>
              <a:defRPr sz="1050" b="0">
                <a:solidFill>
                  <a:srgbClr val="60717A"/>
                </a:solidFill>
                <a:latin typeface="Arial"/>
                <a:ea typeface="Arial"/>
                <a:cs typeface="Arial"/>
              </a:defRPr>
            </a:lvl5pPr>
            <a:lvl6pPr>
              <a:defRPr sz="1050" b="0">
                <a:solidFill>
                  <a:srgbClr val="60717A"/>
                </a:solidFill>
                <a:latin typeface="Arial"/>
                <a:ea typeface="Arial"/>
                <a:cs typeface="Arial"/>
              </a:defRPr>
            </a:lvl6pPr>
            <a:lvl7pPr>
              <a:defRPr sz="1050" b="0">
                <a:solidFill>
                  <a:srgbClr val="60717A"/>
                </a:solidFill>
                <a:latin typeface="Arial"/>
                <a:ea typeface="Arial"/>
                <a:cs typeface="Arial"/>
              </a:defRPr>
            </a:lvl7pPr>
            <a:lvl8pPr>
              <a:defRPr sz="1050" b="0">
                <a:solidFill>
                  <a:srgbClr val="60717A"/>
                </a:solidFill>
                <a:latin typeface="Arial"/>
                <a:ea typeface="Arial"/>
                <a:cs typeface="Arial"/>
              </a:defRPr>
            </a:lvl8pPr>
            <a:lvl9pPr>
              <a:defRPr sz="1050" b="0">
                <a:solidFill>
                  <a:srgbClr val="60717A"/>
                </a:solidFill>
                <a:latin typeface="Arial"/>
                <a:ea typeface="Arial"/>
                <a:cs typeface="Arial"/>
              </a:defRPr>
            </a:lvl9pPr>
          </a:lstStyle>
          <a:p xmlns:a="http://schemas.openxmlformats.org/drawingml/2006/main">
            <a:pPr>
              <a:defRPr sz="1050" b="0">
                <a:solidFill>
                  <a:srgbClr val="60717A"/>
                </a:solidFill>
                <a:latin typeface="Arial"/>
                <a:ea typeface="Arial"/>
                <a:cs typeface="Arial"/>
              </a:defRPr>
            </a:pPr>
            <a:r>
              <a:rPr sz="1050" b="0">
                <a:solidFill>
                  <a:srgbClr val="60717A"/>
                </a:solidFill>
                <a:latin typeface="Arial"/>
                <a:ea typeface="Arial"/>
                <a:cs typeface="Arial"/>
              </a:rPr>
              <a:t>05</a:t>
            </a:r>
          </a:p>
        </p:txBody>
      </p:sp>
      <p:sp>
        <p:nvSpPr>
          <p:cNvPr id="4" name="">
            <a:extLst xmlns:a="http://schemas.openxmlformats.org/drawingml/2006/main">
              <a:ext uri="{FF2B5EF4-FFF2-40B4-BE49-F238E27FC236}">
                <a16:creationId xmlns:a16="http://schemas.microsoft.com/office/drawing/2014/main" id="{41A81D6A-7C5A-4B69-92EF-A719CF892510}"/>
              </a:ext>
            </a:extLst>
          </p:cNvPr>
          <p:cNvSpPr>
            <a:spLocks xmlns:a="http://schemas.openxmlformats.org/drawingml/2006/main" noGrp="1"/>
          </p:cNvSpPr>
          <p:nvPr/>
        </p:nvSpPr>
        <p:spPr>
          <a:xfrm xmlns:a="http://schemas.openxmlformats.org/drawingml/2006/main">
            <a:off x="685800" y="1676400"/>
            <a:ext cx="1082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0">
                <a:solidFill>
                  <a:srgbClr val="60717A"/>
                </a:solidFill>
                <a:latin typeface="Arial"/>
                <a:ea typeface="Arial"/>
                <a:cs typeface="Arial"/>
              </a:defRPr>
            </a:defPPr>
            <a:lvl1pPr>
              <a:defRPr sz="1875" b="0">
                <a:solidFill>
                  <a:srgbClr val="60717A"/>
                </a:solidFill>
                <a:latin typeface="Arial"/>
                <a:ea typeface="Arial"/>
                <a:cs typeface="Arial"/>
              </a:defRPr>
            </a:lvl1pPr>
            <a:lvl2pPr>
              <a:defRPr sz="1875" b="0">
                <a:solidFill>
                  <a:srgbClr val="60717A"/>
                </a:solidFill>
                <a:latin typeface="Arial"/>
                <a:ea typeface="Arial"/>
                <a:cs typeface="Arial"/>
              </a:defRPr>
            </a:lvl2pPr>
            <a:lvl3pPr>
              <a:defRPr sz="1875" b="0">
                <a:solidFill>
                  <a:srgbClr val="60717A"/>
                </a:solidFill>
                <a:latin typeface="Arial"/>
                <a:ea typeface="Arial"/>
                <a:cs typeface="Arial"/>
              </a:defRPr>
            </a:lvl3pPr>
            <a:lvl4pPr>
              <a:defRPr sz="1875" b="0">
                <a:solidFill>
                  <a:srgbClr val="60717A"/>
                </a:solidFill>
                <a:latin typeface="Arial"/>
                <a:ea typeface="Arial"/>
                <a:cs typeface="Arial"/>
              </a:defRPr>
            </a:lvl4pPr>
            <a:lvl5pPr>
              <a:defRPr sz="1875" b="0">
                <a:solidFill>
                  <a:srgbClr val="60717A"/>
                </a:solidFill>
                <a:latin typeface="Arial"/>
                <a:ea typeface="Arial"/>
                <a:cs typeface="Arial"/>
              </a:defRPr>
            </a:lvl5pPr>
            <a:lvl6pPr>
              <a:defRPr sz="1875" b="0">
                <a:solidFill>
                  <a:srgbClr val="60717A"/>
                </a:solidFill>
                <a:latin typeface="Arial"/>
                <a:ea typeface="Arial"/>
                <a:cs typeface="Arial"/>
              </a:defRPr>
            </a:lvl6pPr>
            <a:lvl7pPr>
              <a:defRPr sz="1875" b="0">
                <a:solidFill>
                  <a:srgbClr val="60717A"/>
                </a:solidFill>
                <a:latin typeface="Arial"/>
                <a:ea typeface="Arial"/>
                <a:cs typeface="Arial"/>
              </a:defRPr>
            </a:lvl7pPr>
            <a:lvl8pPr>
              <a:defRPr sz="1875" b="0">
                <a:solidFill>
                  <a:srgbClr val="60717A"/>
                </a:solidFill>
                <a:latin typeface="Arial"/>
                <a:ea typeface="Arial"/>
                <a:cs typeface="Arial"/>
              </a:defRPr>
            </a:lvl8pPr>
            <a:lvl9pPr>
              <a:defRPr sz="1875" b="0">
                <a:solidFill>
                  <a:srgbClr val="60717A"/>
                </a:solidFill>
                <a:latin typeface="Arial"/>
                <a:ea typeface="Arial"/>
                <a:cs typeface="Arial"/>
              </a:defRPr>
            </a:lvl9pPr>
          </a:lstStyle>
          <a:p xmlns:a="http://schemas.openxmlformats.org/drawingml/2006/main">
            <a:pPr>
              <a:defRPr sz="1875" b="0">
                <a:solidFill>
                  <a:srgbClr val="60717A"/>
                </a:solidFill>
                <a:latin typeface="Arial"/>
                <a:ea typeface="Arial"/>
                <a:cs typeface="Arial"/>
              </a:defRPr>
            </a:pPr>
            <a:r>
              <a:rPr sz="1875" b="0">
                <a:solidFill>
                  <a:srgbClr val="60717A"/>
                </a:solidFill>
                <a:latin typeface="Arial"/>
                <a:ea typeface="Arial"/>
                <a:cs typeface="Arial"/>
              </a:rPr>
              <a:t>Science mission, seed 101</a:t>
            </a:r>
          </a:p>
        </p:txBody>
      </p:sp>
      <p:sp>
        <p:nvSpPr>
          <p:cNvPr id="5" name="">
            <a:extLst xmlns:a="http://schemas.openxmlformats.org/drawingml/2006/main">
              <a:ext uri="{FF2B5EF4-FFF2-40B4-BE49-F238E27FC236}">
                <a16:creationId xmlns:a16="http://schemas.microsoft.com/office/drawing/2014/main" id="{659BB47F-A88B-4C49-83A5-25D91B4679FF}"/>
              </a:ext>
            </a:extLst>
          </p:cNvPr>
          <p:cNvSpPr>
            <a:spLocks xmlns:a="http://schemas.openxmlformats.org/drawingml/2006/main" noGrp="1"/>
          </p:cNvSpPr>
          <p:nvPr/>
        </p:nvSpPr>
        <p:spPr>
          <a:xfrm xmlns:a="http://schemas.openxmlformats.org/drawingml/2006/main">
            <a:off x="685800" y="2647950"/>
            <a:ext cx="2000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172B3A"/>
                </a:solidFill>
                <a:latin typeface="Arial"/>
                <a:ea typeface="Arial"/>
                <a:cs typeface="Arial"/>
              </a:defRPr>
            </a:defPPr>
            <a:lvl1pPr>
              <a:defRPr sz="2100" b="1">
                <a:solidFill>
                  <a:srgbClr val="172B3A"/>
                </a:solidFill>
                <a:latin typeface="Arial"/>
                <a:ea typeface="Arial"/>
                <a:cs typeface="Arial"/>
              </a:defRPr>
            </a:lvl1pPr>
            <a:lvl2pPr>
              <a:defRPr sz="2100" b="1">
                <a:solidFill>
                  <a:srgbClr val="172B3A"/>
                </a:solidFill>
                <a:latin typeface="Arial"/>
                <a:ea typeface="Arial"/>
                <a:cs typeface="Arial"/>
              </a:defRPr>
            </a:lvl2pPr>
            <a:lvl3pPr>
              <a:defRPr sz="2100" b="1">
                <a:solidFill>
                  <a:srgbClr val="172B3A"/>
                </a:solidFill>
                <a:latin typeface="Arial"/>
                <a:ea typeface="Arial"/>
                <a:cs typeface="Arial"/>
              </a:defRPr>
            </a:lvl3pPr>
            <a:lvl4pPr>
              <a:defRPr sz="2100" b="1">
                <a:solidFill>
                  <a:srgbClr val="172B3A"/>
                </a:solidFill>
                <a:latin typeface="Arial"/>
                <a:ea typeface="Arial"/>
                <a:cs typeface="Arial"/>
              </a:defRPr>
            </a:lvl4pPr>
            <a:lvl5pPr>
              <a:defRPr sz="2100" b="1">
                <a:solidFill>
                  <a:srgbClr val="172B3A"/>
                </a:solidFill>
                <a:latin typeface="Arial"/>
                <a:ea typeface="Arial"/>
                <a:cs typeface="Arial"/>
              </a:defRPr>
            </a:lvl5pPr>
            <a:lvl6pPr>
              <a:defRPr sz="2100" b="1">
                <a:solidFill>
                  <a:srgbClr val="172B3A"/>
                </a:solidFill>
                <a:latin typeface="Arial"/>
                <a:ea typeface="Arial"/>
                <a:cs typeface="Arial"/>
              </a:defRPr>
            </a:lvl6pPr>
            <a:lvl7pPr>
              <a:defRPr sz="2100" b="1">
                <a:solidFill>
                  <a:srgbClr val="172B3A"/>
                </a:solidFill>
                <a:latin typeface="Arial"/>
                <a:ea typeface="Arial"/>
                <a:cs typeface="Arial"/>
              </a:defRPr>
            </a:lvl7pPr>
            <a:lvl8pPr>
              <a:defRPr sz="2100" b="1">
                <a:solidFill>
                  <a:srgbClr val="172B3A"/>
                </a:solidFill>
                <a:latin typeface="Arial"/>
                <a:ea typeface="Arial"/>
                <a:cs typeface="Arial"/>
              </a:defRPr>
            </a:lvl8pPr>
            <a:lvl9pPr>
              <a:defRPr sz="2100" b="1">
                <a:solidFill>
                  <a:srgbClr val="172B3A"/>
                </a:solidFill>
                <a:latin typeface="Arial"/>
                <a:ea typeface="Arial"/>
                <a:cs typeface="Arial"/>
              </a:defRPr>
            </a:lvl9pPr>
          </a:lstStyle>
          <a:p xmlns:a="http://schemas.openxmlformats.org/drawingml/2006/main">
            <a:pPr>
              <a:defRPr sz="2100" b="1">
                <a:solidFill>
                  <a:srgbClr val="172B3A"/>
                </a:solidFill>
                <a:latin typeface="Arial"/>
                <a:ea typeface="Arial"/>
                <a:cs typeface="Arial"/>
              </a:defRPr>
            </a:pPr>
            <a:r>
              <a:rPr sz="2100" b="1">
                <a:solidFill>
                  <a:srgbClr val="172B3A"/>
                </a:solidFill>
                <a:latin typeface="Arial"/>
                <a:ea typeface="Arial"/>
                <a:cs typeface="Arial"/>
              </a:rPr>
              <a:t>Acquisition</a:t>
            </a:r>
          </a:p>
        </p:txBody>
      </p:sp>
      <p:sp>
        <p:nvSpPr>
          <p:cNvPr id="6" name="">
            <a:extLst xmlns:a="http://schemas.openxmlformats.org/drawingml/2006/main">
              <a:ext uri="{FF2B5EF4-FFF2-40B4-BE49-F238E27FC236}">
                <a16:creationId xmlns:a16="http://schemas.microsoft.com/office/drawing/2014/main" id="{9554C720-EB8B-4DA9-87FE-D7E2E49A5775}"/>
              </a:ext>
            </a:extLst>
          </p:cNvPr>
          <p:cNvSpPr>
            <a:spLocks xmlns:a="http://schemas.openxmlformats.org/drawingml/2006/main" noGrp="1"/>
          </p:cNvSpPr>
          <p:nvPr/>
        </p:nvSpPr>
        <p:spPr>
          <a:xfrm xmlns:a="http://schemas.openxmlformats.org/drawingml/2006/main">
            <a:off x="685800" y="3905250"/>
            <a:ext cx="2000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172B3A"/>
                </a:solidFill>
                <a:latin typeface="Arial"/>
                <a:ea typeface="Arial"/>
                <a:cs typeface="Arial"/>
              </a:defRPr>
            </a:defPPr>
            <a:lvl1pPr>
              <a:defRPr sz="2100" b="1">
                <a:solidFill>
                  <a:srgbClr val="172B3A"/>
                </a:solidFill>
                <a:latin typeface="Arial"/>
                <a:ea typeface="Arial"/>
                <a:cs typeface="Arial"/>
              </a:defRPr>
            </a:lvl1pPr>
            <a:lvl2pPr>
              <a:defRPr sz="2100" b="1">
                <a:solidFill>
                  <a:srgbClr val="172B3A"/>
                </a:solidFill>
                <a:latin typeface="Arial"/>
                <a:ea typeface="Arial"/>
                <a:cs typeface="Arial"/>
              </a:defRPr>
            </a:lvl2pPr>
            <a:lvl3pPr>
              <a:defRPr sz="2100" b="1">
                <a:solidFill>
                  <a:srgbClr val="172B3A"/>
                </a:solidFill>
                <a:latin typeface="Arial"/>
                <a:ea typeface="Arial"/>
                <a:cs typeface="Arial"/>
              </a:defRPr>
            </a:lvl3pPr>
            <a:lvl4pPr>
              <a:defRPr sz="2100" b="1">
                <a:solidFill>
                  <a:srgbClr val="172B3A"/>
                </a:solidFill>
                <a:latin typeface="Arial"/>
                <a:ea typeface="Arial"/>
                <a:cs typeface="Arial"/>
              </a:defRPr>
            </a:lvl4pPr>
            <a:lvl5pPr>
              <a:defRPr sz="2100" b="1">
                <a:solidFill>
                  <a:srgbClr val="172B3A"/>
                </a:solidFill>
                <a:latin typeface="Arial"/>
                <a:ea typeface="Arial"/>
                <a:cs typeface="Arial"/>
              </a:defRPr>
            </a:lvl5pPr>
            <a:lvl6pPr>
              <a:defRPr sz="2100" b="1">
                <a:solidFill>
                  <a:srgbClr val="172B3A"/>
                </a:solidFill>
                <a:latin typeface="Arial"/>
                <a:ea typeface="Arial"/>
                <a:cs typeface="Arial"/>
              </a:defRPr>
            </a:lvl6pPr>
            <a:lvl7pPr>
              <a:defRPr sz="2100" b="1">
                <a:solidFill>
                  <a:srgbClr val="172B3A"/>
                </a:solidFill>
                <a:latin typeface="Arial"/>
                <a:ea typeface="Arial"/>
                <a:cs typeface="Arial"/>
              </a:defRPr>
            </a:lvl7pPr>
            <a:lvl8pPr>
              <a:defRPr sz="2100" b="1">
                <a:solidFill>
                  <a:srgbClr val="172B3A"/>
                </a:solidFill>
                <a:latin typeface="Arial"/>
                <a:ea typeface="Arial"/>
                <a:cs typeface="Arial"/>
              </a:defRPr>
            </a:lvl8pPr>
            <a:lvl9pPr>
              <a:defRPr sz="2100" b="1">
                <a:solidFill>
                  <a:srgbClr val="172B3A"/>
                </a:solidFill>
                <a:latin typeface="Arial"/>
                <a:ea typeface="Arial"/>
                <a:cs typeface="Arial"/>
              </a:defRPr>
            </a:lvl9pPr>
          </a:lstStyle>
          <a:p xmlns:a="http://schemas.openxmlformats.org/drawingml/2006/main">
            <a:pPr>
              <a:defRPr sz="2100" b="1">
                <a:solidFill>
                  <a:srgbClr val="172B3A"/>
                </a:solidFill>
                <a:latin typeface="Arial"/>
                <a:ea typeface="Arial"/>
                <a:cs typeface="Arial"/>
              </a:defRPr>
            </a:pPr>
            <a:r>
              <a:rPr sz="2100" b="1">
                <a:solidFill>
                  <a:srgbClr val="172B3A"/>
                </a:solidFill>
                <a:latin typeface="Arial"/>
                <a:ea typeface="Arial"/>
                <a:cs typeface="Arial"/>
              </a:rPr>
              <a:t>Downlink</a:t>
            </a:r>
          </a:p>
        </p:txBody>
      </p:sp>
      <p:sp>
        <p:nvSpPr>
          <p:cNvPr id="7" name="">
            <a:extLst xmlns:a="http://schemas.openxmlformats.org/drawingml/2006/main">
              <a:ext uri="{FF2B5EF4-FFF2-40B4-BE49-F238E27FC236}">
                <a16:creationId xmlns:a16="http://schemas.microsoft.com/office/drawing/2014/main" id="{15C7AC49-F178-4F41-82C2-FBA4065D5CA3}"/>
              </a:ext>
            </a:extLst>
          </p:cNvPr>
          <p:cNvSpPr>
            <a:spLocks xmlns:a="http://schemas.openxmlformats.org/drawingml/2006/main" noGrp="1"/>
          </p:cNvSpPr>
          <p:nvPr/>
        </p:nvSpPr>
        <p:spPr>
          <a:xfrm xmlns:a="http://schemas.openxmlformats.org/drawingml/2006/main">
            <a:off x="2857500" y="2981325"/>
            <a:ext cx="8334375" cy="9525"/>
          </a:xfrm>
          <a:prstGeom xmlns:a="http://schemas.openxmlformats.org/drawingml/2006/main" prst="rect">
            <a:avLst/>
          </a:prstGeom>
          <a:solidFill xmlns:a="http://schemas.openxmlformats.org/drawingml/2006/main">
            <a:srgbClr val="CED7D3"/>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C2DD3E53-23B3-45B2-AB8A-A380B42767E9}"/>
              </a:ext>
            </a:extLst>
          </p:cNvPr>
          <p:cNvSpPr>
            <a:spLocks xmlns:a="http://schemas.openxmlformats.org/drawingml/2006/main" noGrp="1"/>
          </p:cNvSpPr>
          <p:nvPr/>
        </p:nvSpPr>
        <p:spPr>
          <a:xfrm xmlns:a="http://schemas.openxmlformats.org/drawingml/2006/main">
            <a:off x="2857500" y="4238625"/>
            <a:ext cx="8334375" cy="9525"/>
          </a:xfrm>
          <a:prstGeom xmlns:a="http://schemas.openxmlformats.org/drawingml/2006/main" prst="rect">
            <a:avLst/>
          </a:prstGeom>
          <a:solidFill xmlns:a="http://schemas.openxmlformats.org/drawingml/2006/main">
            <a:srgbClr val="CED7D3"/>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3CDA9F4-D5A9-4353-B196-CDCB5754BA33}"/>
              </a:ext>
            </a:extLst>
          </p:cNvPr>
          <p:cNvSpPr>
            <a:spLocks xmlns:a="http://schemas.openxmlformats.org/drawingml/2006/main" noGrp="1"/>
          </p:cNvSpPr>
          <p:nvPr/>
        </p:nvSpPr>
        <p:spPr>
          <a:xfrm xmlns:a="http://schemas.openxmlformats.org/drawingml/2006/main">
            <a:off x="4524375" y="2733675"/>
            <a:ext cx="438651" cy="247650"/>
          </a:xfrm>
          <a:prstGeom xmlns:a="http://schemas.openxmlformats.org/drawingml/2006/main" prst="rect">
            <a:avLst/>
          </a:prstGeom>
          <a:solidFill xmlns:a="http://schemas.openxmlformats.org/drawingml/2006/main">
            <a:srgbClr val="20776D"/>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D458E26F-3F15-42F3-89C2-3523C22AA4FF}"/>
              </a:ext>
            </a:extLst>
          </p:cNvPr>
          <p:cNvSpPr>
            <a:spLocks xmlns:a="http://schemas.openxmlformats.org/drawingml/2006/main" noGrp="1"/>
          </p:cNvSpPr>
          <p:nvPr/>
        </p:nvSpPr>
        <p:spPr>
          <a:xfrm xmlns:a="http://schemas.openxmlformats.org/drawingml/2006/main">
            <a:off x="3962651" y="2324100"/>
            <a:ext cx="1714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1">
                <a:solidFill>
                  <a:srgbClr val="20776D"/>
                </a:solidFill>
                <a:latin typeface="Arial"/>
                <a:ea typeface="Arial"/>
                <a:cs typeface="Arial"/>
              </a:defRPr>
            </a:defPPr>
            <a:lvl1pPr>
              <a:defRPr sz="1650" b="1">
                <a:solidFill>
                  <a:srgbClr val="20776D"/>
                </a:solidFill>
                <a:latin typeface="Arial"/>
                <a:ea typeface="Arial"/>
                <a:cs typeface="Arial"/>
              </a:defRPr>
            </a:lvl1pPr>
            <a:lvl2pPr>
              <a:defRPr sz="1650" b="1">
                <a:solidFill>
                  <a:srgbClr val="20776D"/>
                </a:solidFill>
                <a:latin typeface="Arial"/>
                <a:ea typeface="Arial"/>
                <a:cs typeface="Arial"/>
              </a:defRPr>
            </a:lvl2pPr>
            <a:lvl3pPr>
              <a:defRPr sz="1650" b="1">
                <a:solidFill>
                  <a:srgbClr val="20776D"/>
                </a:solidFill>
                <a:latin typeface="Arial"/>
                <a:ea typeface="Arial"/>
                <a:cs typeface="Arial"/>
              </a:defRPr>
            </a:lvl3pPr>
            <a:lvl4pPr>
              <a:defRPr sz="1650" b="1">
                <a:solidFill>
                  <a:srgbClr val="20776D"/>
                </a:solidFill>
                <a:latin typeface="Arial"/>
                <a:ea typeface="Arial"/>
                <a:cs typeface="Arial"/>
              </a:defRPr>
            </a:lvl4pPr>
            <a:lvl5pPr>
              <a:defRPr sz="1650" b="1">
                <a:solidFill>
                  <a:srgbClr val="20776D"/>
                </a:solidFill>
                <a:latin typeface="Arial"/>
                <a:ea typeface="Arial"/>
                <a:cs typeface="Arial"/>
              </a:defRPr>
            </a:lvl5pPr>
            <a:lvl6pPr>
              <a:defRPr sz="1650" b="1">
                <a:solidFill>
                  <a:srgbClr val="20776D"/>
                </a:solidFill>
                <a:latin typeface="Arial"/>
                <a:ea typeface="Arial"/>
                <a:cs typeface="Arial"/>
              </a:defRPr>
            </a:lvl6pPr>
            <a:lvl7pPr>
              <a:defRPr sz="1650" b="1">
                <a:solidFill>
                  <a:srgbClr val="20776D"/>
                </a:solidFill>
                <a:latin typeface="Arial"/>
                <a:ea typeface="Arial"/>
                <a:cs typeface="Arial"/>
              </a:defRPr>
            </a:lvl7pPr>
            <a:lvl8pPr>
              <a:defRPr sz="1650" b="1">
                <a:solidFill>
                  <a:srgbClr val="20776D"/>
                </a:solidFill>
                <a:latin typeface="Arial"/>
                <a:ea typeface="Arial"/>
                <a:cs typeface="Arial"/>
              </a:defRPr>
            </a:lvl8pPr>
            <a:lvl9pPr>
              <a:defRPr sz="1650" b="1">
                <a:solidFill>
                  <a:srgbClr val="20776D"/>
                </a:solidFill>
                <a:latin typeface="Arial"/>
                <a:ea typeface="Arial"/>
                <a:cs typeface="Arial"/>
              </a:defRPr>
            </a:lvl9pPr>
          </a:lstStyle>
          <a:p xmlns:a="http://schemas.openxmlformats.org/drawingml/2006/main">
            <a:pPr>
              <a:defRPr sz="1650" b="1">
                <a:solidFill>
                  <a:srgbClr val="20776D"/>
                </a:solidFill>
                <a:latin typeface="Arial"/>
                <a:ea typeface="Arial"/>
                <a:cs typeface="Arial"/>
              </a:defRPr>
            </a:pPr>
            <a:r>
              <a:rPr sz="1650" b="1">
                <a:solidFill>
                  <a:srgbClr val="20776D"/>
                </a:solidFill>
                <a:latin typeface="Arial"/>
                <a:ea typeface="Arial"/>
                <a:cs typeface="Arial"/>
              </a:rPr>
              <a:t>19-24 min</a:t>
            </a:r>
          </a:p>
        </p:txBody>
      </p:sp>
      <p:sp>
        <p:nvSpPr>
          <p:cNvPr id="11" name="">
            <a:extLst xmlns:a="http://schemas.openxmlformats.org/drawingml/2006/main">
              <a:ext uri="{FF2B5EF4-FFF2-40B4-BE49-F238E27FC236}">
                <a16:creationId xmlns:a16="http://schemas.microsoft.com/office/drawing/2014/main" id="{B225A89C-4255-4C45-AFCB-358CA139E1DB}"/>
              </a:ext>
            </a:extLst>
          </p:cNvPr>
          <p:cNvSpPr>
            <a:spLocks xmlns:a="http://schemas.openxmlformats.org/drawingml/2006/main" noGrp="1"/>
          </p:cNvSpPr>
          <p:nvPr/>
        </p:nvSpPr>
        <p:spPr>
          <a:xfrm xmlns:a="http://schemas.openxmlformats.org/drawingml/2006/main">
            <a:off x="3848351" y="3133725"/>
            <a:ext cx="1905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b="0">
                <a:solidFill>
                  <a:srgbClr val="60717A"/>
                </a:solidFill>
                <a:latin typeface="Arial"/>
                <a:ea typeface="Arial"/>
                <a:cs typeface="Arial"/>
              </a:defRPr>
            </a:defPPr>
            <a:lvl1pPr>
              <a:defRPr sz="1575" b="0">
                <a:solidFill>
                  <a:srgbClr val="60717A"/>
                </a:solidFill>
                <a:latin typeface="Arial"/>
                <a:ea typeface="Arial"/>
                <a:cs typeface="Arial"/>
              </a:defRPr>
            </a:lvl1pPr>
            <a:lvl2pPr>
              <a:defRPr sz="1575" b="0">
                <a:solidFill>
                  <a:srgbClr val="60717A"/>
                </a:solidFill>
                <a:latin typeface="Arial"/>
                <a:ea typeface="Arial"/>
                <a:cs typeface="Arial"/>
              </a:defRPr>
            </a:lvl2pPr>
            <a:lvl3pPr>
              <a:defRPr sz="1575" b="0">
                <a:solidFill>
                  <a:srgbClr val="60717A"/>
                </a:solidFill>
                <a:latin typeface="Arial"/>
                <a:ea typeface="Arial"/>
                <a:cs typeface="Arial"/>
              </a:defRPr>
            </a:lvl3pPr>
            <a:lvl4pPr>
              <a:defRPr sz="1575" b="0">
                <a:solidFill>
                  <a:srgbClr val="60717A"/>
                </a:solidFill>
                <a:latin typeface="Arial"/>
                <a:ea typeface="Arial"/>
                <a:cs typeface="Arial"/>
              </a:defRPr>
            </a:lvl4pPr>
            <a:lvl5pPr>
              <a:defRPr sz="1575" b="0">
                <a:solidFill>
                  <a:srgbClr val="60717A"/>
                </a:solidFill>
                <a:latin typeface="Arial"/>
                <a:ea typeface="Arial"/>
                <a:cs typeface="Arial"/>
              </a:defRPr>
            </a:lvl5pPr>
            <a:lvl6pPr>
              <a:defRPr sz="1575" b="0">
                <a:solidFill>
                  <a:srgbClr val="60717A"/>
                </a:solidFill>
                <a:latin typeface="Arial"/>
                <a:ea typeface="Arial"/>
                <a:cs typeface="Arial"/>
              </a:defRPr>
            </a:lvl6pPr>
            <a:lvl7pPr>
              <a:defRPr sz="1575" b="0">
                <a:solidFill>
                  <a:srgbClr val="60717A"/>
                </a:solidFill>
                <a:latin typeface="Arial"/>
                <a:ea typeface="Arial"/>
                <a:cs typeface="Arial"/>
              </a:defRPr>
            </a:lvl7pPr>
            <a:lvl8pPr>
              <a:defRPr sz="1575" b="0">
                <a:solidFill>
                  <a:srgbClr val="60717A"/>
                </a:solidFill>
                <a:latin typeface="Arial"/>
                <a:ea typeface="Arial"/>
                <a:cs typeface="Arial"/>
              </a:defRPr>
            </a:lvl8pPr>
            <a:lvl9pPr>
              <a:defRPr sz="1575" b="0">
                <a:solidFill>
                  <a:srgbClr val="60717A"/>
                </a:solidFill>
                <a:latin typeface="Arial"/>
                <a:ea typeface="Arial"/>
                <a:cs typeface="Arial"/>
              </a:defRPr>
            </a:lvl9pPr>
          </a:lstStyle>
          <a:p xmlns:a="http://schemas.openxmlformats.org/drawingml/2006/main">
            <a:pPr>
              <a:defRPr sz="1575" b="0">
                <a:solidFill>
                  <a:srgbClr val="60717A"/>
                </a:solidFill>
                <a:latin typeface="Arial"/>
                <a:ea typeface="Arial"/>
                <a:cs typeface="Arial"/>
              </a:defRPr>
            </a:pPr>
            <a:r>
              <a:rPr sz="1575" b="0">
                <a:solidFill>
                  <a:srgbClr val="60717A"/>
                </a:solidFill>
                <a:latin typeface="Arial"/>
                <a:ea typeface="Arial"/>
                <a:cs typeface="Arial"/>
              </a:rPr>
              <a:t>270 s exposure</a:t>
            </a:r>
          </a:p>
        </p:txBody>
      </p:sp>
      <p:sp>
        <p:nvSpPr>
          <p:cNvPr id="12" name="">
            <a:extLst xmlns:a="http://schemas.openxmlformats.org/drawingml/2006/main">
              <a:ext uri="{FF2B5EF4-FFF2-40B4-BE49-F238E27FC236}">
                <a16:creationId xmlns:a16="http://schemas.microsoft.com/office/drawing/2014/main" id="{2FF0F310-934F-4769-A8A8-DABEF7C4BBF6}"/>
              </a:ext>
            </a:extLst>
          </p:cNvPr>
          <p:cNvSpPr>
            <a:spLocks xmlns:a="http://schemas.openxmlformats.org/drawingml/2006/main" noGrp="1"/>
          </p:cNvSpPr>
          <p:nvPr/>
        </p:nvSpPr>
        <p:spPr>
          <a:xfrm xmlns:a="http://schemas.openxmlformats.org/drawingml/2006/main">
            <a:off x="7156283" y="2733675"/>
            <a:ext cx="350921" cy="247650"/>
          </a:xfrm>
          <a:prstGeom xmlns:a="http://schemas.openxmlformats.org/drawingml/2006/main" prst="rect">
            <a:avLst/>
          </a:prstGeom>
          <a:solidFill xmlns:a="http://schemas.openxmlformats.org/drawingml/2006/main">
            <a:srgbClr val="20776D"/>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6EACF2DC-0A73-43FD-A869-E870084576C5}"/>
              </a:ext>
            </a:extLst>
          </p:cNvPr>
          <p:cNvSpPr>
            <a:spLocks xmlns:a="http://schemas.openxmlformats.org/drawingml/2006/main" noGrp="1"/>
          </p:cNvSpPr>
          <p:nvPr/>
        </p:nvSpPr>
        <p:spPr>
          <a:xfrm xmlns:a="http://schemas.openxmlformats.org/drawingml/2006/main">
            <a:off x="6550693" y="2324100"/>
            <a:ext cx="1714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1">
                <a:solidFill>
                  <a:srgbClr val="20776D"/>
                </a:solidFill>
                <a:latin typeface="Arial"/>
                <a:ea typeface="Arial"/>
                <a:cs typeface="Arial"/>
              </a:defRPr>
            </a:defPPr>
            <a:lvl1pPr>
              <a:defRPr sz="1650" b="1">
                <a:solidFill>
                  <a:srgbClr val="20776D"/>
                </a:solidFill>
                <a:latin typeface="Arial"/>
                <a:ea typeface="Arial"/>
                <a:cs typeface="Arial"/>
              </a:defRPr>
            </a:lvl1pPr>
            <a:lvl2pPr>
              <a:defRPr sz="1650" b="1">
                <a:solidFill>
                  <a:srgbClr val="20776D"/>
                </a:solidFill>
                <a:latin typeface="Arial"/>
                <a:ea typeface="Arial"/>
                <a:cs typeface="Arial"/>
              </a:defRPr>
            </a:lvl2pPr>
            <a:lvl3pPr>
              <a:defRPr sz="1650" b="1">
                <a:solidFill>
                  <a:srgbClr val="20776D"/>
                </a:solidFill>
                <a:latin typeface="Arial"/>
                <a:ea typeface="Arial"/>
                <a:cs typeface="Arial"/>
              </a:defRPr>
            </a:lvl3pPr>
            <a:lvl4pPr>
              <a:defRPr sz="1650" b="1">
                <a:solidFill>
                  <a:srgbClr val="20776D"/>
                </a:solidFill>
                <a:latin typeface="Arial"/>
                <a:ea typeface="Arial"/>
                <a:cs typeface="Arial"/>
              </a:defRPr>
            </a:lvl4pPr>
            <a:lvl5pPr>
              <a:defRPr sz="1650" b="1">
                <a:solidFill>
                  <a:srgbClr val="20776D"/>
                </a:solidFill>
                <a:latin typeface="Arial"/>
                <a:ea typeface="Arial"/>
                <a:cs typeface="Arial"/>
              </a:defRPr>
            </a:lvl5pPr>
            <a:lvl6pPr>
              <a:defRPr sz="1650" b="1">
                <a:solidFill>
                  <a:srgbClr val="20776D"/>
                </a:solidFill>
                <a:latin typeface="Arial"/>
                <a:ea typeface="Arial"/>
                <a:cs typeface="Arial"/>
              </a:defRPr>
            </a:lvl6pPr>
            <a:lvl7pPr>
              <a:defRPr sz="1650" b="1">
                <a:solidFill>
                  <a:srgbClr val="20776D"/>
                </a:solidFill>
                <a:latin typeface="Arial"/>
                <a:ea typeface="Arial"/>
                <a:cs typeface="Arial"/>
              </a:defRPr>
            </a:lvl7pPr>
            <a:lvl8pPr>
              <a:defRPr sz="1650" b="1">
                <a:solidFill>
                  <a:srgbClr val="20776D"/>
                </a:solidFill>
                <a:latin typeface="Arial"/>
                <a:ea typeface="Arial"/>
                <a:cs typeface="Arial"/>
              </a:defRPr>
            </a:lvl8pPr>
            <a:lvl9pPr>
              <a:defRPr sz="1650" b="1">
                <a:solidFill>
                  <a:srgbClr val="20776D"/>
                </a:solidFill>
                <a:latin typeface="Arial"/>
                <a:ea typeface="Arial"/>
                <a:cs typeface="Arial"/>
              </a:defRPr>
            </a:lvl9pPr>
          </a:lstStyle>
          <a:p xmlns:a="http://schemas.openxmlformats.org/drawingml/2006/main">
            <a:pPr>
              <a:defRPr sz="1650" b="1">
                <a:solidFill>
                  <a:srgbClr val="20776D"/>
                </a:solidFill>
                <a:latin typeface="Arial"/>
                <a:ea typeface="Arial"/>
                <a:cs typeface="Arial"/>
              </a:defRPr>
            </a:pPr>
            <a:r>
              <a:rPr sz="1650" b="1">
                <a:solidFill>
                  <a:srgbClr val="20776D"/>
                </a:solidFill>
                <a:latin typeface="Arial"/>
                <a:ea typeface="Arial"/>
                <a:cs typeface="Arial"/>
              </a:rPr>
              <a:t>49-53 min</a:t>
            </a:r>
          </a:p>
        </p:txBody>
      </p:sp>
      <p:sp>
        <p:nvSpPr>
          <p:cNvPr id="14" name="">
            <a:extLst xmlns:a="http://schemas.openxmlformats.org/drawingml/2006/main">
              <a:ext uri="{FF2B5EF4-FFF2-40B4-BE49-F238E27FC236}">
                <a16:creationId xmlns:a16="http://schemas.microsoft.com/office/drawing/2014/main" id="{FDD7BDAC-D87A-4FC0-B3AD-76DC0C55197A}"/>
              </a:ext>
            </a:extLst>
          </p:cNvPr>
          <p:cNvSpPr>
            <a:spLocks xmlns:a="http://schemas.openxmlformats.org/drawingml/2006/main" noGrp="1"/>
          </p:cNvSpPr>
          <p:nvPr/>
        </p:nvSpPr>
        <p:spPr>
          <a:xfrm xmlns:a="http://schemas.openxmlformats.org/drawingml/2006/main">
            <a:off x="6436393" y="3133725"/>
            <a:ext cx="1905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b="0">
                <a:solidFill>
                  <a:srgbClr val="60717A"/>
                </a:solidFill>
                <a:latin typeface="Arial"/>
                <a:ea typeface="Arial"/>
                <a:cs typeface="Arial"/>
              </a:defRPr>
            </a:defPPr>
            <a:lvl1pPr>
              <a:defRPr sz="1575" b="0">
                <a:solidFill>
                  <a:srgbClr val="60717A"/>
                </a:solidFill>
                <a:latin typeface="Arial"/>
                <a:ea typeface="Arial"/>
                <a:cs typeface="Arial"/>
              </a:defRPr>
            </a:lvl1pPr>
            <a:lvl2pPr>
              <a:defRPr sz="1575" b="0">
                <a:solidFill>
                  <a:srgbClr val="60717A"/>
                </a:solidFill>
                <a:latin typeface="Arial"/>
                <a:ea typeface="Arial"/>
                <a:cs typeface="Arial"/>
              </a:defRPr>
            </a:lvl2pPr>
            <a:lvl3pPr>
              <a:defRPr sz="1575" b="0">
                <a:solidFill>
                  <a:srgbClr val="60717A"/>
                </a:solidFill>
                <a:latin typeface="Arial"/>
                <a:ea typeface="Arial"/>
                <a:cs typeface="Arial"/>
              </a:defRPr>
            </a:lvl3pPr>
            <a:lvl4pPr>
              <a:defRPr sz="1575" b="0">
                <a:solidFill>
                  <a:srgbClr val="60717A"/>
                </a:solidFill>
                <a:latin typeface="Arial"/>
                <a:ea typeface="Arial"/>
                <a:cs typeface="Arial"/>
              </a:defRPr>
            </a:lvl4pPr>
            <a:lvl5pPr>
              <a:defRPr sz="1575" b="0">
                <a:solidFill>
                  <a:srgbClr val="60717A"/>
                </a:solidFill>
                <a:latin typeface="Arial"/>
                <a:ea typeface="Arial"/>
                <a:cs typeface="Arial"/>
              </a:defRPr>
            </a:lvl5pPr>
            <a:lvl6pPr>
              <a:defRPr sz="1575" b="0">
                <a:solidFill>
                  <a:srgbClr val="60717A"/>
                </a:solidFill>
                <a:latin typeface="Arial"/>
                <a:ea typeface="Arial"/>
                <a:cs typeface="Arial"/>
              </a:defRPr>
            </a:lvl6pPr>
            <a:lvl7pPr>
              <a:defRPr sz="1575" b="0">
                <a:solidFill>
                  <a:srgbClr val="60717A"/>
                </a:solidFill>
                <a:latin typeface="Arial"/>
                <a:ea typeface="Arial"/>
                <a:cs typeface="Arial"/>
              </a:defRPr>
            </a:lvl7pPr>
            <a:lvl8pPr>
              <a:defRPr sz="1575" b="0">
                <a:solidFill>
                  <a:srgbClr val="60717A"/>
                </a:solidFill>
                <a:latin typeface="Arial"/>
                <a:ea typeface="Arial"/>
                <a:cs typeface="Arial"/>
              </a:defRPr>
            </a:lvl8pPr>
            <a:lvl9pPr>
              <a:defRPr sz="1575" b="0">
                <a:solidFill>
                  <a:srgbClr val="60717A"/>
                </a:solidFill>
                <a:latin typeface="Arial"/>
                <a:ea typeface="Arial"/>
                <a:cs typeface="Arial"/>
              </a:defRPr>
            </a:lvl9pPr>
          </a:lstStyle>
          <a:p xmlns:a="http://schemas.openxmlformats.org/drawingml/2006/main">
            <a:pPr>
              <a:defRPr sz="1575" b="0">
                <a:solidFill>
                  <a:srgbClr val="60717A"/>
                </a:solidFill>
                <a:latin typeface="Arial"/>
                <a:ea typeface="Arial"/>
                <a:cs typeface="Arial"/>
              </a:defRPr>
            </a:pPr>
            <a:r>
              <a:rPr sz="1575" b="0">
                <a:solidFill>
                  <a:srgbClr val="60717A"/>
                </a:solidFill>
                <a:latin typeface="Arial"/>
                <a:ea typeface="Arial"/>
                <a:cs typeface="Arial"/>
              </a:rPr>
              <a:t>240 s exposure</a:t>
            </a:r>
          </a:p>
        </p:txBody>
      </p:sp>
      <p:sp>
        <p:nvSpPr>
          <p:cNvPr id="15" name="">
            <a:extLst xmlns:a="http://schemas.openxmlformats.org/drawingml/2006/main">
              <a:ext uri="{FF2B5EF4-FFF2-40B4-BE49-F238E27FC236}">
                <a16:creationId xmlns:a16="http://schemas.microsoft.com/office/drawing/2014/main" id="{96D934D1-CB19-41DE-9CE1-2E49916EBBC0}"/>
              </a:ext>
            </a:extLst>
          </p:cNvPr>
          <p:cNvSpPr>
            <a:spLocks xmlns:a="http://schemas.openxmlformats.org/drawingml/2006/main" noGrp="1"/>
          </p:cNvSpPr>
          <p:nvPr/>
        </p:nvSpPr>
        <p:spPr>
          <a:xfrm xmlns:a="http://schemas.openxmlformats.org/drawingml/2006/main">
            <a:off x="5401678" y="3990975"/>
            <a:ext cx="350921" cy="247650"/>
          </a:xfrm>
          <a:prstGeom xmlns:a="http://schemas.openxmlformats.org/drawingml/2006/main" prst="rect">
            <a:avLst/>
          </a:prstGeom>
          <a:solidFill xmlns:a="http://schemas.openxmlformats.org/drawingml/2006/main">
            <a:srgbClr val="C85D37"/>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EBF94628-5347-45F7-BB34-95BC06096A63}"/>
              </a:ext>
            </a:extLst>
          </p:cNvPr>
          <p:cNvSpPr>
            <a:spLocks xmlns:a="http://schemas.openxmlformats.org/drawingml/2006/main" noGrp="1"/>
          </p:cNvSpPr>
          <p:nvPr/>
        </p:nvSpPr>
        <p:spPr>
          <a:xfrm xmlns:a="http://schemas.openxmlformats.org/drawingml/2006/main">
            <a:off x="4796088" y="3581400"/>
            <a:ext cx="1714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1">
                <a:solidFill>
                  <a:srgbClr val="C85D37"/>
                </a:solidFill>
                <a:latin typeface="Arial"/>
                <a:ea typeface="Arial"/>
                <a:cs typeface="Arial"/>
              </a:defRPr>
            </a:defPPr>
            <a:lvl1pPr>
              <a:defRPr sz="1650" b="1">
                <a:solidFill>
                  <a:srgbClr val="C85D37"/>
                </a:solidFill>
                <a:latin typeface="Arial"/>
                <a:ea typeface="Arial"/>
                <a:cs typeface="Arial"/>
              </a:defRPr>
            </a:lvl1pPr>
            <a:lvl2pPr>
              <a:defRPr sz="1650" b="1">
                <a:solidFill>
                  <a:srgbClr val="C85D37"/>
                </a:solidFill>
                <a:latin typeface="Arial"/>
                <a:ea typeface="Arial"/>
                <a:cs typeface="Arial"/>
              </a:defRPr>
            </a:lvl2pPr>
            <a:lvl3pPr>
              <a:defRPr sz="1650" b="1">
                <a:solidFill>
                  <a:srgbClr val="C85D37"/>
                </a:solidFill>
                <a:latin typeface="Arial"/>
                <a:ea typeface="Arial"/>
                <a:cs typeface="Arial"/>
              </a:defRPr>
            </a:lvl3pPr>
            <a:lvl4pPr>
              <a:defRPr sz="1650" b="1">
                <a:solidFill>
                  <a:srgbClr val="C85D37"/>
                </a:solidFill>
                <a:latin typeface="Arial"/>
                <a:ea typeface="Arial"/>
                <a:cs typeface="Arial"/>
              </a:defRPr>
            </a:lvl4pPr>
            <a:lvl5pPr>
              <a:defRPr sz="1650" b="1">
                <a:solidFill>
                  <a:srgbClr val="C85D37"/>
                </a:solidFill>
                <a:latin typeface="Arial"/>
                <a:ea typeface="Arial"/>
                <a:cs typeface="Arial"/>
              </a:defRPr>
            </a:lvl5pPr>
            <a:lvl6pPr>
              <a:defRPr sz="1650" b="1">
                <a:solidFill>
                  <a:srgbClr val="C85D37"/>
                </a:solidFill>
                <a:latin typeface="Arial"/>
                <a:ea typeface="Arial"/>
                <a:cs typeface="Arial"/>
              </a:defRPr>
            </a:lvl6pPr>
            <a:lvl7pPr>
              <a:defRPr sz="1650" b="1">
                <a:solidFill>
                  <a:srgbClr val="C85D37"/>
                </a:solidFill>
                <a:latin typeface="Arial"/>
                <a:ea typeface="Arial"/>
                <a:cs typeface="Arial"/>
              </a:defRPr>
            </a:lvl7pPr>
            <a:lvl8pPr>
              <a:defRPr sz="1650" b="1">
                <a:solidFill>
                  <a:srgbClr val="C85D37"/>
                </a:solidFill>
                <a:latin typeface="Arial"/>
                <a:ea typeface="Arial"/>
                <a:cs typeface="Arial"/>
              </a:defRPr>
            </a:lvl8pPr>
            <a:lvl9pPr>
              <a:defRPr sz="1650" b="1">
                <a:solidFill>
                  <a:srgbClr val="C85D37"/>
                </a:solidFill>
                <a:latin typeface="Arial"/>
                <a:ea typeface="Arial"/>
                <a:cs typeface="Arial"/>
              </a:defRPr>
            </a:lvl9pPr>
          </a:lstStyle>
          <a:p xmlns:a="http://schemas.openxmlformats.org/drawingml/2006/main">
            <a:pPr>
              <a:defRPr sz="1650" b="1">
                <a:solidFill>
                  <a:srgbClr val="C85D37"/>
                </a:solidFill>
                <a:latin typeface="Arial"/>
                <a:ea typeface="Arial"/>
                <a:cs typeface="Arial"/>
              </a:defRPr>
            </a:pPr>
            <a:r>
              <a:rPr sz="1650" b="1">
                <a:solidFill>
                  <a:srgbClr val="C85D37"/>
                </a:solidFill>
                <a:latin typeface="Arial"/>
                <a:ea typeface="Arial"/>
                <a:cs typeface="Arial"/>
              </a:rPr>
              <a:t>29-33 min</a:t>
            </a:r>
          </a:p>
        </p:txBody>
      </p:sp>
      <p:sp>
        <p:nvSpPr>
          <p:cNvPr id="17" name="">
            <a:extLst xmlns:a="http://schemas.openxmlformats.org/drawingml/2006/main">
              <a:ext uri="{FF2B5EF4-FFF2-40B4-BE49-F238E27FC236}">
                <a16:creationId xmlns:a16="http://schemas.microsoft.com/office/drawing/2014/main" id="{32F7BD01-2603-420E-826C-EED5B3DD26D2}"/>
              </a:ext>
            </a:extLst>
          </p:cNvPr>
          <p:cNvSpPr>
            <a:spLocks xmlns:a="http://schemas.openxmlformats.org/drawingml/2006/main" noGrp="1"/>
          </p:cNvSpPr>
          <p:nvPr/>
        </p:nvSpPr>
        <p:spPr>
          <a:xfrm xmlns:a="http://schemas.openxmlformats.org/drawingml/2006/main">
            <a:off x="4634163" y="4410075"/>
            <a:ext cx="200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b="0">
                <a:solidFill>
                  <a:srgbClr val="60717A"/>
                </a:solidFill>
                <a:latin typeface="Arial"/>
                <a:ea typeface="Arial"/>
                <a:cs typeface="Arial"/>
              </a:defRPr>
            </a:defPPr>
            <a:lvl1pPr>
              <a:defRPr sz="1575" b="0">
                <a:solidFill>
                  <a:srgbClr val="60717A"/>
                </a:solidFill>
                <a:latin typeface="Arial"/>
                <a:ea typeface="Arial"/>
                <a:cs typeface="Arial"/>
              </a:defRPr>
            </a:lvl1pPr>
            <a:lvl2pPr>
              <a:defRPr sz="1575" b="0">
                <a:solidFill>
                  <a:srgbClr val="60717A"/>
                </a:solidFill>
                <a:latin typeface="Arial"/>
                <a:ea typeface="Arial"/>
                <a:cs typeface="Arial"/>
              </a:defRPr>
            </a:lvl2pPr>
            <a:lvl3pPr>
              <a:defRPr sz="1575" b="0">
                <a:solidFill>
                  <a:srgbClr val="60717A"/>
                </a:solidFill>
                <a:latin typeface="Arial"/>
                <a:ea typeface="Arial"/>
                <a:cs typeface="Arial"/>
              </a:defRPr>
            </a:lvl3pPr>
            <a:lvl4pPr>
              <a:defRPr sz="1575" b="0">
                <a:solidFill>
                  <a:srgbClr val="60717A"/>
                </a:solidFill>
                <a:latin typeface="Arial"/>
                <a:ea typeface="Arial"/>
                <a:cs typeface="Arial"/>
              </a:defRPr>
            </a:lvl4pPr>
            <a:lvl5pPr>
              <a:defRPr sz="1575" b="0">
                <a:solidFill>
                  <a:srgbClr val="60717A"/>
                </a:solidFill>
                <a:latin typeface="Arial"/>
                <a:ea typeface="Arial"/>
                <a:cs typeface="Arial"/>
              </a:defRPr>
            </a:lvl5pPr>
            <a:lvl6pPr>
              <a:defRPr sz="1575" b="0">
                <a:solidFill>
                  <a:srgbClr val="60717A"/>
                </a:solidFill>
                <a:latin typeface="Arial"/>
                <a:ea typeface="Arial"/>
                <a:cs typeface="Arial"/>
              </a:defRPr>
            </a:lvl6pPr>
            <a:lvl7pPr>
              <a:defRPr sz="1575" b="0">
                <a:solidFill>
                  <a:srgbClr val="60717A"/>
                </a:solidFill>
                <a:latin typeface="Arial"/>
                <a:ea typeface="Arial"/>
                <a:cs typeface="Arial"/>
              </a:defRPr>
            </a:lvl7pPr>
            <a:lvl8pPr>
              <a:defRPr sz="1575" b="0">
                <a:solidFill>
                  <a:srgbClr val="60717A"/>
                </a:solidFill>
                <a:latin typeface="Arial"/>
                <a:ea typeface="Arial"/>
                <a:cs typeface="Arial"/>
              </a:defRPr>
            </a:lvl8pPr>
            <a:lvl9pPr>
              <a:defRPr sz="1575" b="0">
                <a:solidFill>
                  <a:srgbClr val="60717A"/>
                </a:solidFill>
                <a:latin typeface="Arial"/>
                <a:ea typeface="Arial"/>
                <a:cs typeface="Arial"/>
              </a:defRPr>
            </a:lvl9pPr>
          </a:lstStyle>
          <a:p xmlns:a="http://schemas.openxmlformats.org/drawingml/2006/main">
            <a:pPr>
              <a:defRPr sz="1575" b="0">
                <a:solidFill>
                  <a:srgbClr val="60717A"/>
                </a:solidFill>
                <a:latin typeface="Arial"/>
                <a:ea typeface="Arial"/>
                <a:cs typeface="Arial"/>
              </a:defRPr>
            </a:pPr>
            <a:r>
              <a:rPr sz="1575" b="0">
                <a:solidFill>
                  <a:srgbClr val="60717A"/>
                </a:solidFill>
                <a:latin typeface="Arial"/>
                <a:ea typeface="Arial"/>
                <a:cs typeface="Arial"/>
              </a:rPr>
              <a:t>513 kB delivered</a:t>
            </a:r>
          </a:p>
        </p:txBody>
      </p:sp>
      <p:sp>
        <p:nvSpPr>
          <p:cNvPr id="18" name="">
            <a:extLst xmlns:a="http://schemas.openxmlformats.org/drawingml/2006/main">
              <a:ext uri="{FF2B5EF4-FFF2-40B4-BE49-F238E27FC236}">
                <a16:creationId xmlns:a16="http://schemas.microsoft.com/office/drawing/2014/main" id="{94F6932D-E95A-4FA1-94F6-4E6B433841B1}"/>
              </a:ext>
            </a:extLst>
          </p:cNvPr>
          <p:cNvSpPr>
            <a:spLocks xmlns:a="http://schemas.openxmlformats.org/drawingml/2006/main" noGrp="1"/>
          </p:cNvSpPr>
          <p:nvPr/>
        </p:nvSpPr>
        <p:spPr>
          <a:xfrm xmlns:a="http://schemas.openxmlformats.org/drawingml/2006/main">
            <a:off x="9349539" y="3990975"/>
            <a:ext cx="350921" cy="247650"/>
          </a:xfrm>
          <a:prstGeom xmlns:a="http://schemas.openxmlformats.org/drawingml/2006/main" prst="rect">
            <a:avLst/>
          </a:prstGeom>
          <a:solidFill xmlns:a="http://schemas.openxmlformats.org/drawingml/2006/main">
            <a:srgbClr val="C85D37"/>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8CF2D486-4C42-4562-B4FF-E320518870F5}"/>
              </a:ext>
            </a:extLst>
          </p:cNvPr>
          <p:cNvSpPr>
            <a:spLocks xmlns:a="http://schemas.openxmlformats.org/drawingml/2006/main" noGrp="1"/>
          </p:cNvSpPr>
          <p:nvPr/>
        </p:nvSpPr>
        <p:spPr>
          <a:xfrm xmlns:a="http://schemas.openxmlformats.org/drawingml/2006/main">
            <a:off x="8743950" y="3581400"/>
            <a:ext cx="1714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1">
                <a:solidFill>
                  <a:srgbClr val="C85D37"/>
                </a:solidFill>
                <a:latin typeface="Arial"/>
                <a:ea typeface="Arial"/>
                <a:cs typeface="Arial"/>
              </a:defRPr>
            </a:defPPr>
            <a:lvl1pPr>
              <a:defRPr sz="1650" b="1">
                <a:solidFill>
                  <a:srgbClr val="C85D37"/>
                </a:solidFill>
                <a:latin typeface="Arial"/>
                <a:ea typeface="Arial"/>
                <a:cs typeface="Arial"/>
              </a:defRPr>
            </a:lvl1pPr>
            <a:lvl2pPr>
              <a:defRPr sz="1650" b="1">
                <a:solidFill>
                  <a:srgbClr val="C85D37"/>
                </a:solidFill>
                <a:latin typeface="Arial"/>
                <a:ea typeface="Arial"/>
                <a:cs typeface="Arial"/>
              </a:defRPr>
            </a:lvl2pPr>
            <a:lvl3pPr>
              <a:defRPr sz="1650" b="1">
                <a:solidFill>
                  <a:srgbClr val="C85D37"/>
                </a:solidFill>
                <a:latin typeface="Arial"/>
                <a:ea typeface="Arial"/>
                <a:cs typeface="Arial"/>
              </a:defRPr>
            </a:lvl3pPr>
            <a:lvl4pPr>
              <a:defRPr sz="1650" b="1">
                <a:solidFill>
                  <a:srgbClr val="C85D37"/>
                </a:solidFill>
                <a:latin typeface="Arial"/>
                <a:ea typeface="Arial"/>
                <a:cs typeface="Arial"/>
              </a:defRPr>
            </a:lvl4pPr>
            <a:lvl5pPr>
              <a:defRPr sz="1650" b="1">
                <a:solidFill>
                  <a:srgbClr val="C85D37"/>
                </a:solidFill>
                <a:latin typeface="Arial"/>
                <a:ea typeface="Arial"/>
                <a:cs typeface="Arial"/>
              </a:defRPr>
            </a:lvl5pPr>
            <a:lvl6pPr>
              <a:defRPr sz="1650" b="1">
                <a:solidFill>
                  <a:srgbClr val="C85D37"/>
                </a:solidFill>
                <a:latin typeface="Arial"/>
                <a:ea typeface="Arial"/>
                <a:cs typeface="Arial"/>
              </a:defRPr>
            </a:lvl6pPr>
            <a:lvl7pPr>
              <a:defRPr sz="1650" b="1">
                <a:solidFill>
                  <a:srgbClr val="C85D37"/>
                </a:solidFill>
                <a:latin typeface="Arial"/>
                <a:ea typeface="Arial"/>
                <a:cs typeface="Arial"/>
              </a:defRPr>
            </a:lvl7pPr>
            <a:lvl8pPr>
              <a:defRPr sz="1650" b="1">
                <a:solidFill>
                  <a:srgbClr val="C85D37"/>
                </a:solidFill>
                <a:latin typeface="Arial"/>
                <a:ea typeface="Arial"/>
                <a:cs typeface="Arial"/>
              </a:defRPr>
            </a:lvl8pPr>
            <a:lvl9pPr>
              <a:defRPr sz="1650" b="1">
                <a:solidFill>
                  <a:srgbClr val="C85D37"/>
                </a:solidFill>
                <a:latin typeface="Arial"/>
                <a:ea typeface="Arial"/>
                <a:cs typeface="Arial"/>
              </a:defRPr>
            </a:lvl9pPr>
          </a:lstStyle>
          <a:p xmlns:a="http://schemas.openxmlformats.org/drawingml/2006/main">
            <a:pPr>
              <a:defRPr sz="1650" b="1">
                <a:solidFill>
                  <a:srgbClr val="C85D37"/>
                </a:solidFill>
                <a:latin typeface="Arial"/>
                <a:ea typeface="Arial"/>
                <a:cs typeface="Arial"/>
              </a:defRPr>
            </a:pPr>
            <a:r>
              <a:rPr sz="1650" b="1">
                <a:solidFill>
                  <a:srgbClr val="C85D37"/>
                </a:solidFill>
                <a:latin typeface="Arial"/>
                <a:ea typeface="Arial"/>
                <a:cs typeface="Arial"/>
              </a:rPr>
              <a:t>74-78 min</a:t>
            </a:r>
          </a:p>
        </p:txBody>
      </p:sp>
      <p:sp>
        <p:nvSpPr>
          <p:cNvPr id="20" name="">
            <a:extLst xmlns:a="http://schemas.openxmlformats.org/drawingml/2006/main">
              <a:ext uri="{FF2B5EF4-FFF2-40B4-BE49-F238E27FC236}">
                <a16:creationId xmlns:a16="http://schemas.microsoft.com/office/drawing/2014/main" id="{CF71E261-8E91-430E-B12B-74911EC92CB8}"/>
              </a:ext>
            </a:extLst>
          </p:cNvPr>
          <p:cNvSpPr>
            <a:spLocks xmlns:a="http://schemas.openxmlformats.org/drawingml/2006/main" noGrp="1"/>
          </p:cNvSpPr>
          <p:nvPr/>
        </p:nvSpPr>
        <p:spPr>
          <a:xfrm xmlns:a="http://schemas.openxmlformats.org/drawingml/2006/main">
            <a:off x="8582025" y="4410075"/>
            <a:ext cx="200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b="0">
                <a:solidFill>
                  <a:srgbClr val="60717A"/>
                </a:solidFill>
                <a:latin typeface="Arial"/>
                <a:ea typeface="Arial"/>
                <a:cs typeface="Arial"/>
              </a:defRPr>
            </a:defPPr>
            <a:lvl1pPr>
              <a:defRPr sz="1575" b="0">
                <a:solidFill>
                  <a:srgbClr val="60717A"/>
                </a:solidFill>
                <a:latin typeface="Arial"/>
                <a:ea typeface="Arial"/>
                <a:cs typeface="Arial"/>
              </a:defRPr>
            </a:lvl1pPr>
            <a:lvl2pPr>
              <a:defRPr sz="1575" b="0">
                <a:solidFill>
                  <a:srgbClr val="60717A"/>
                </a:solidFill>
                <a:latin typeface="Arial"/>
                <a:ea typeface="Arial"/>
                <a:cs typeface="Arial"/>
              </a:defRPr>
            </a:lvl2pPr>
            <a:lvl3pPr>
              <a:defRPr sz="1575" b="0">
                <a:solidFill>
                  <a:srgbClr val="60717A"/>
                </a:solidFill>
                <a:latin typeface="Arial"/>
                <a:ea typeface="Arial"/>
                <a:cs typeface="Arial"/>
              </a:defRPr>
            </a:lvl3pPr>
            <a:lvl4pPr>
              <a:defRPr sz="1575" b="0">
                <a:solidFill>
                  <a:srgbClr val="60717A"/>
                </a:solidFill>
                <a:latin typeface="Arial"/>
                <a:ea typeface="Arial"/>
                <a:cs typeface="Arial"/>
              </a:defRPr>
            </a:lvl4pPr>
            <a:lvl5pPr>
              <a:defRPr sz="1575" b="0">
                <a:solidFill>
                  <a:srgbClr val="60717A"/>
                </a:solidFill>
                <a:latin typeface="Arial"/>
                <a:ea typeface="Arial"/>
                <a:cs typeface="Arial"/>
              </a:defRPr>
            </a:lvl5pPr>
            <a:lvl6pPr>
              <a:defRPr sz="1575" b="0">
                <a:solidFill>
                  <a:srgbClr val="60717A"/>
                </a:solidFill>
                <a:latin typeface="Arial"/>
                <a:ea typeface="Arial"/>
                <a:cs typeface="Arial"/>
              </a:defRPr>
            </a:lvl6pPr>
            <a:lvl7pPr>
              <a:defRPr sz="1575" b="0">
                <a:solidFill>
                  <a:srgbClr val="60717A"/>
                </a:solidFill>
                <a:latin typeface="Arial"/>
                <a:ea typeface="Arial"/>
                <a:cs typeface="Arial"/>
              </a:defRPr>
            </a:lvl7pPr>
            <a:lvl8pPr>
              <a:defRPr sz="1575" b="0">
                <a:solidFill>
                  <a:srgbClr val="60717A"/>
                </a:solidFill>
                <a:latin typeface="Arial"/>
                <a:ea typeface="Arial"/>
                <a:cs typeface="Arial"/>
              </a:defRPr>
            </a:lvl8pPr>
            <a:lvl9pPr>
              <a:defRPr sz="1575" b="0">
                <a:solidFill>
                  <a:srgbClr val="60717A"/>
                </a:solidFill>
                <a:latin typeface="Arial"/>
                <a:ea typeface="Arial"/>
                <a:cs typeface="Arial"/>
              </a:defRPr>
            </a:lvl9pPr>
          </a:lstStyle>
          <a:p xmlns:a="http://schemas.openxmlformats.org/drawingml/2006/main">
            <a:pPr>
              <a:defRPr sz="1575" b="0">
                <a:solidFill>
                  <a:srgbClr val="60717A"/>
                </a:solidFill>
                <a:latin typeface="Arial"/>
                <a:ea typeface="Arial"/>
                <a:cs typeface="Arial"/>
              </a:defRPr>
            </a:pPr>
            <a:r>
              <a:rPr sz="1575" b="0">
                <a:solidFill>
                  <a:srgbClr val="60717A"/>
                </a:solidFill>
                <a:latin typeface="Arial"/>
                <a:ea typeface="Arial"/>
                <a:cs typeface="Arial"/>
              </a:rPr>
              <a:t>456 kB delivered</a:t>
            </a:r>
          </a:p>
        </p:txBody>
      </p:sp>
      <p:sp>
        <p:nvSpPr>
          <p:cNvPr id="21" name="">
            <a:extLst xmlns:a="http://schemas.openxmlformats.org/drawingml/2006/main">
              <a:ext uri="{FF2B5EF4-FFF2-40B4-BE49-F238E27FC236}">
                <a16:creationId xmlns:a16="http://schemas.microsoft.com/office/drawing/2014/main" id="{6DE4BA23-50F2-4D4D-9897-C5EEE83C4BA6}"/>
              </a:ext>
            </a:extLst>
          </p:cNvPr>
          <p:cNvSpPr>
            <a:spLocks xmlns:a="http://schemas.openxmlformats.org/drawingml/2006/main" noGrp="1"/>
          </p:cNvSpPr>
          <p:nvPr/>
        </p:nvSpPr>
        <p:spPr>
          <a:xfrm xmlns:a="http://schemas.openxmlformats.org/drawingml/2006/main">
            <a:off x="685800" y="5219700"/>
            <a:ext cx="108204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172B3A"/>
                </a:solidFill>
                <a:latin typeface="Arial"/>
                <a:ea typeface="Arial"/>
                <a:cs typeface="Arial"/>
              </a:defRPr>
            </a:defPPr>
            <a:lvl1pPr>
              <a:defRPr sz="2175" b="1">
                <a:solidFill>
                  <a:srgbClr val="172B3A"/>
                </a:solidFill>
                <a:latin typeface="Arial"/>
                <a:ea typeface="Arial"/>
                <a:cs typeface="Arial"/>
              </a:defRPr>
            </a:lvl1pPr>
            <a:lvl2pPr>
              <a:defRPr sz="2175" b="1">
                <a:solidFill>
                  <a:srgbClr val="172B3A"/>
                </a:solidFill>
                <a:latin typeface="Arial"/>
                <a:ea typeface="Arial"/>
                <a:cs typeface="Arial"/>
              </a:defRPr>
            </a:lvl2pPr>
            <a:lvl3pPr>
              <a:defRPr sz="2175" b="1">
                <a:solidFill>
                  <a:srgbClr val="172B3A"/>
                </a:solidFill>
                <a:latin typeface="Arial"/>
                <a:ea typeface="Arial"/>
                <a:cs typeface="Arial"/>
              </a:defRPr>
            </a:lvl3pPr>
            <a:lvl4pPr>
              <a:defRPr sz="2175" b="1">
                <a:solidFill>
                  <a:srgbClr val="172B3A"/>
                </a:solidFill>
                <a:latin typeface="Arial"/>
                <a:ea typeface="Arial"/>
                <a:cs typeface="Arial"/>
              </a:defRPr>
            </a:lvl4pPr>
            <a:lvl5pPr>
              <a:defRPr sz="2175" b="1">
                <a:solidFill>
                  <a:srgbClr val="172B3A"/>
                </a:solidFill>
                <a:latin typeface="Arial"/>
                <a:ea typeface="Arial"/>
                <a:cs typeface="Arial"/>
              </a:defRPr>
            </a:lvl5pPr>
            <a:lvl6pPr>
              <a:defRPr sz="2175" b="1">
                <a:solidFill>
                  <a:srgbClr val="172B3A"/>
                </a:solidFill>
                <a:latin typeface="Arial"/>
                <a:ea typeface="Arial"/>
                <a:cs typeface="Arial"/>
              </a:defRPr>
            </a:lvl6pPr>
            <a:lvl7pPr>
              <a:defRPr sz="2175" b="1">
                <a:solidFill>
                  <a:srgbClr val="172B3A"/>
                </a:solidFill>
                <a:latin typeface="Arial"/>
                <a:ea typeface="Arial"/>
                <a:cs typeface="Arial"/>
              </a:defRPr>
            </a:lvl7pPr>
            <a:lvl8pPr>
              <a:defRPr sz="2175" b="1">
                <a:solidFill>
                  <a:srgbClr val="172B3A"/>
                </a:solidFill>
                <a:latin typeface="Arial"/>
                <a:ea typeface="Arial"/>
                <a:cs typeface="Arial"/>
              </a:defRPr>
            </a:lvl8pPr>
            <a:lvl9pPr>
              <a:defRPr sz="2175" b="1">
                <a:solidFill>
                  <a:srgbClr val="172B3A"/>
                </a:solidFill>
                <a:latin typeface="Arial"/>
                <a:ea typeface="Arial"/>
                <a:cs typeface="Arial"/>
              </a:defRPr>
            </a:lvl9pPr>
          </a:lstStyle>
          <a:p xmlns:a="http://schemas.openxmlformats.org/drawingml/2006/main">
            <a:pPr>
              <a:defRPr sz="2175" b="1">
                <a:solidFill>
                  <a:srgbClr val="172B3A"/>
                </a:solidFill>
                <a:latin typeface="Arial"/>
                <a:ea typeface="Arial"/>
                <a:cs typeface="Arial"/>
              </a:defRPr>
            </a:pPr>
            <a:r>
              <a:rPr sz="2175" b="1">
                <a:solidFill>
                  <a:srgbClr val="172B3A"/>
                </a:solidFill>
                <a:latin typeface="Arial"/>
                <a:ea typeface="Arial"/>
                <a:cs typeface="Arial"/>
              </a:rPr>
              <a:t>The first contact frees the buffer for the second acquisition.</a:t>
            </a:r>
          </a:p>
        </p:txBody>
      </p:sp>
      <p:sp>
        <p:nvSpPr>
          <p:cNvPr id="22" name="">
            <a:extLst xmlns:a="http://schemas.openxmlformats.org/drawingml/2006/main">
              <a:ext uri="{FF2B5EF4-FFF2-40B4-BE49-F238E27FC236}">
                <a16:creationId xmlns:a16="http://schemas.microsoft.com/office/drawing/2014/main" id="{600215D3-AC4B-4AE6-BBA3-1D00A30965A8}"/>
              </a:ext>
            </a:extLst>
          </p:cNvPr>
          <p:cNvSpPr>
            <a:spLocks xmlns:a="http://schemas.openxmlformats.org/drawingml/2006/main" noGrp="1"/>
          </p:cNvSpPr>
          <p:nvPr/>
        </p:nvSpPr>
        <p:spPr>
          <a:xfrm xmlns:a="http://schemas.openxmlformats.org/drawingml/2006/main">
            <a:off x="685800" y="5829300"/>
            <a:ext cx="4286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1">
                <a:solidFill>
                  <a:srgbClr val="20776D"/>
                </a:solidFill>
                <a:latin typeface="Arial"/>
                <a:ea typeface="Arial"/>
                <a:cs typeface="Arial"/>
              </a:defRPr>
            </a:defPPr>
            <a:lvl1pPr>
              <a:defRPr sz="1950" b="1">
                <a:solidFill>
                  <a:srgbClr val="20776D"/>
                </a:solidFill>
                <a:latin typeface="Arial"/>
                <a:ea typeface="Arial"/>
                <a:cs typeface="Arial"/>
              </a:defRPr>
            </a:lvl1pPr>
            <a:lvl2pPr>
              <a:defRPr sz="1950" b="1">
                <a:solidFill>
                  <a:srgbClr val="20776D"/>
                </a:solidFill>
                <a:latin typeface="Arial"/>
                <a:ea typeface="Arial"/>
                <a:cs typeface="Arial"/>
              </a:defRPr>
            </a:lvl2pPr>
            <a:lvl3pPr>
              <a:defRPr sz="1950" b="1">
                <a:solidFill>
                  <a:srgbClr val="20776D"/>
                </a:solidFill>
                <a:latin typeface="Arial"/>
                <a:ea typeface="Arial"/>
                <a:cs typeface="Arial"/>
              </a:defRPr>
            </a:lvl3pPr>
            <a:lvl4pPr>
              <a:defRPr sz="1950" b="1">
                <a:solidFill>
                  <a:srgbClr val="20776D"/>
                </a:solidFill>
                <a:latin typeface="Arial"/>
                <a:ea typeface="Arial"/>
                <a:cs typeface="Arial"/>
              </a:defRPr>
            </a:lvl4pPr>
            <a:lvl5pPr>
              <a:defRPr sz="1950" b="1">
                <a:solidFill>
                  <a:srgbClr val="20776D"/>
                </a:solidFill>
                <a:latin typeface="Arial"/>
                <a:ea typeface="Arial"/>
                <a:cs typeface="Arial"/>
              </a:defRPr>
            </a:lvl5pPr>
            <a:lvl6pPr>
              <a:defRPr sz="1950" b="1">
                <a:solidFill>
                  <a:srgbClr val="20776D"/>
                </a:solidFill>
                <a:latin typeface="Arial"/>
                <a:ea typeface="Arial"/>
                <a:cs typeface="Arial"/>
              </a:defRPr>
            </a:lvl6pPr>
            <a:lvl7pPr>
              <a:defRPr sz="1950" b="1">
                <a:solidFill>
                  <a:srgbClr val="20776D"/>
                </a:solidFill>
                <a:latin typeface="Arial"/>
                <a:ea typeface="Arial"/>
                <a:cs typeface="Arial"/>
              </a:defRPr>
            </a:lvl7pPr>
            <a:lvl8pPr>
              <a:defRPr sz="1950" b="1">
                <a:solidFill>
                  <a:srgbClr val="20776D"/>
                </a:solidFill>
                <a:latin typeface="Arial"/>
                <a:ea typeface="Arial"/>
                <a:cs typeface="Arial"/>
              </a:defRPr>
            </a:lvl8pPr>
            <a:lvl9pPr>
              <a:defRPr sz="1950" b="1">
                <a:solidFill>
                  <a:srgbClr val="20776D"/>
                </a:solidFill>
                <a:latin typeface="Arial"/>
                <a:ea typeface="Arial"/>
                <a:cs typeface="Arial"/>
              </a:defRPr>
            </a:lvl9pPr>
          </a:lstStyle>
          <a:p xmlns:a="http://schemas.openxmlformats.org/drawingml/2006/main">
            <a:pPr>
              <a:defRPr sz="1950" b="1">
                <a:solidFill>
                  <a:srgbClr val="20776D"/>
                </a:solidFill>
                <a:latin typeface="Arial"/>
                <a:ea typeface="Arial"/>
                <a:cs typeface="Arial"/>
              </a:defRPr>
            </a:pPr>
            <a:r>
              <a:rPr sz="1950" b="1">
                <a:solidFill>
                  <a:srgbClr val="20776D"/>
                </a:solidFill>
                <a:latin typeface="Arial"/>
                <a:ea typeface="Arial"/>
                <a:cs typeface="Arial"/>
              </a:rPr>
              <a:t>969 kB delivered</a:t>
            </a:r>
          </a:p>
        </p:txBody>
      </p:sp>
      <p:sp>
        <p:nvSpPr>
          <p:cNvPr id="23" name="">
            <a:extLst xmlns:a="http://schemas.openxmlformats.org/drawingml/2006/main">
              <a:ext uri="{FF2B5EF4-FFF2-40B4-BE49-F238E27FC236}">
                <a16:creationId xmlns:a16="http://schemas.microsoft.com/office/drawing/2014/main" id="{74E1B80D-73E1-47FD-845E-1BBE0A9D9AF5}"/>
              </a:ext>
            </a:extLst>
          </p:cNvPr>
          <p:cNvSpPr>
            <a:spLocks xmlns:a="http://schemas.openxmlformats.org/drawingml/2006/main" noGrp="1"/>
          </p:cNvSpPr>
          <p:nvPr/>
        </p:nvSpPr>
        <p:spPr>
          <a:xfrm xmlns:a="http://schemas.openxmlformats.org/drawingml/2006/main">
            <a:off x="5162550" y="5829300"/>
            <a:ext cx="2286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1">
                <a:solidFill>
                  <a:srgbClr val="20776D"/>
                </a:solidFill>
                <a:latin typeface="Arial"/>
                <a:ea typeface="Arial"/>
                <a:cs typeface="Arial"/>
              </a:defRPr>
            </a:defPPr>
            <a:lvl1pPr>
              <a:defRPr sz="1950" b="1">
                <a:solidFill>
                  <a:srgbClr val="20776D"/>
                </a:solidFill>
                <a:latin typeface="Arial"/>
                <a:ea typeface="Arial"/>
                <a:cs typeface="Arial"/>
              </a:defRPr>
            </a:lvl1pPr>
            <a:lvl2pPr>
              <a:defRPr sz="1950" b="1">
                <a:solidFill>
                  <a:srgbClr val="20776D"/>
                </a:solidFill>
                <a:latin typeface="Arial"/>
                <a:ea typeface="Arial"/>
                <a:cs typeface="Arial"/>
              </a:defRPr>
            </a:lvl2pPr>
            <a:lvl3pPr>
              <a:defRPr sz="1950" b="1">
                <a:solidFill>
                  <a:srgbClr val="20776D"/>
                </a:solidFill>
                <a:latin typeface="Arial"/>
                <a:ea typeface="Arial"/>
                <a:cs typeface="Arial"/>
              </a:defRPr>
            </a:lvl3pPr>
            <a:lvl4pPr>
              <a:defRPr sz="1950" b="1">
                <a:solidFill>
                  <a:srgbClr val="20776D"/>
                </a:solidFill>
                <a:latin typeface="Arial"/>
                <a:ea typeface="Arial"/>
                <a:cs typeface="Arial"/>
              </a:defRPr>
            </a:lvl4pPr>
            <a:lvl5pPr>
              <a:defRPr sz="1950" b="1">
                <a:solidFill>
                  <a:srgbClr val="20776D"/>
                </a:solidFill>
                <a:latin typeface="Arial"/>
                <a:ea typeface="Arial"/>
                <a:cs typeface="Arial"/>
              </a:defRPr>
            </a:lvl5pPr>
            <a:lvl6pPr>
              <a:defRPr sz="1950" b="1">
                <a:solidFill>
                  <a:srgbClr val="20776D"/>
                </a:solidFill>
                <a:latin typeface="Arial"/>
                <a:ea typeface="Arial"/>
                <a:cs typeface="Arial"/>
              </a:defRPr>
            </a:lvl6pPr>
            <a:lvl7pPr>
              <a:defRPr sz="1950" b="1">
                <a:solidFill>
                  <a:srgbClr val="20776D"/>
                </a:solidFill>
                <a:latin typeface="Arial"/>
                <a:ea typeface="Arial"/>
                <a:cs typeface="Arial"/>
              </a:defRPr>
            </a:lvl7pPr>
            <a:lvl8pPr>
              <a:defRPr sz="1950" b="1">
                <a:solidFill>
                  <a:srgbClr val="20776D"/>
                </a:solidFill>
                <a:latin typeface="Arial"/>
                <a:ea typeface="Arial"/>
                <a:cs typeface="Arial"/>
              </a:defRPr>
            </a:lvl8pPr>
            <a:lvl9pPr>
              <a:defRPr sz="1950" b="1">
                <a:solidFill>
                  <a:srgbClr val="20776D"/>
                </a:solidFill>
                <a:latin typeface="Arial"/>
                <a:ea typeface="Arial"/>
                <a:cs typeface="Arial"/>
              </a:defRPr>
            </a:lvl9pPr>
          </a:lstStyle>
          <a:p xmlns:a="http://schemas.openxmlformats.org/drawingml/2006/main">
            <a:pPr>
              <a:defRPr sz="1950" b="1">
                <a:solidFill>
                  <a:srgbClr val="20776D"/>
                </a:solidFill>
                <a:latin typeface="Arial"/>
                <a:ea typeface="Arial"/>
                <a:cs typeface="Arial"/>
              </a:defRPr>
            </a:pPr>
            <a:r>
              <a:rPr sz="1950" b="1">
                <a:solidFill>
                  <a:srgbClr val="20776D"/>
                </a:solidFill>
                <a:latin typeface="Arial"/>
                <a:ea typeface="Arial"/>
                <a:cs typeface="Arial"/>
              </a:rPr>
              <a:t>0 kB lost</a:t>
            </a:r>
          </a:p>
        </p:txBody>
      </p:sp>
      <p:sp>
        <p:nvSpPr>
          <p:cNvPr id="24" name="">
            <a:extLst xmlns:a="http://schemas.openxmlformats.org/drawingml/2006/main">
              <a:ext uri="{FF2B5EF4-FFF2-40B4-BE49-F238E27FC236}">
                <a16:creationId xmlns:a16="http://schemas.microsoft.com/office/drawing/2014/main" id="{FFF6AF47-FDCD-4922-8112-EA7577B0279F}"/>
              </a:ext>
            </a:extLst>
          </p:cNvPr>
          <p:cNvSpPr>
            <a:spLocks xmlns:a="http://schemas.openxmlformats.org/drawingml/2006/main" noGrp="1"/>
          </p:cNvSpPr>
          <p:nvPr/>
        </p:nvSpPr>
        <p:spPr>
          <a:xfrm xmlns:a="http://schemas.openxmlformats.org/drawingml/2006/main">
            <a:off x="8248650" y="5829300"/>
            <a:ext cx="3286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0">
                <a:solidFill>
                  <a:srgbClr val="60717A"/>
                </a:solidFill>
                <a:latin typeface="Arial"/>
                <a:ea typeface="Arial"/>
                <a:cs typeface="Arial"/>
              </a:defRPr>
            </a:defPPr>
            <a:lvl1pPr>
              <a:defRPr sz="1950" b="0">
                <a:solidFill>
                  <a:srgbClr val="60717A"/>
                </a:solidFill>
                <a:latin typeface="Arial"/>
                <a:ea typeface="Arial"/>
                <a:cs typeface="Arial"/>
              </a:defRPr>
            </a:lvl1pPr>
            <a:lvl2pPr>
              <a:defRPr sz="1950" b="0">
                <a:solidFill>
                  <a:srgbClr val="60717A"/>
                </a:solidFill>
                <a:latin typeface="Arial"/>
                <a:ea typeface="Arial"/>
                <a:cs typeface="Arial"/>
              </a:defRPr>
            </a:lvl2pPr>
            <a:lvl3pPr>
              <a:defRPr sz="1950" b="0">
                <a:solidFill>
                  <a:srgbClr val="60717A"/>
                </a:solidFill>
                <a:latin typeface="Arial"/>
                <a:ea typeface="Arial"/>
                <a:cs typeface="Arial"/>
              </a:defRPr>
            </a:lvl3pPr>
            <a:lvl4pPr>
              <a:defRPr sz="1950" b="0">
                <a:solidFill>
                  <a:srgbClr val="60717A"/>
                </a:solidFill>
                <a:latin typeface="Arial"/>
                <a:ea typeface="Arial"/>
                <a:cs typeface="Arial"/>
              </a:defRPr>
            </a:lvl4pPr>
            <a:lvl5pPr>
              <a:defRPr sz="1950" b="0">
                <a:solidFill>
                  <a:srgbClr val="60717A"/>
                </a:solidFill>
                <a:latin typeface="Arial"/>
                <a:ea typeface="Arial"/>
                <a:cs typeface="Arial"/>
              </a:defRPr>
            </a:lvl5pPr>
            <a:lvl6pPr>
              <a:defRPr sz="1950" b="0">
                <a:solidFill>
                  <a:srgbClr val="60717A"/>
                </a:solidFill>
                <a:latin typeface="Arial"/>
                <a:ea typeface="Arial"/>
                <a:cs typeface="Arial"/>
              </a:defRPr>
            </a:lvl6pPr>
            <a:lvl7pPr>
              <a:defRPr sz="1950" b="0">
                <a:solidFill>
                  <a:srgbClr val="60717A"/>
                </a:solidFill>
                <a:latin typeface="Arial"/>
                <a:ea typeface="Arial"/>
                <a:cs typeface="Arial"/>
              </a:defRPr>
            </a:lvl7pPr>
            <a:lvl8pPr>
              <a:defRPr sz="1950" b="0">
                <a:solidFill>
                  <a:srgbClr val="60717A"/>
                </a:solidFill>
                <a:latin typeface="Arial"/>
                <a:ea typeface="Arial"/>
                <a:cs typeface="Arial"/>
              </a:defRPr>
            </a:lvl8pPr>
            <a:lvl9pPr>
              <a:defRPr sz="1950" b="0">
                <a:solidFill>
                  <a:srgbClr val="60717A"/>
                </a:solidFill>
                <a:latin typeface="Arial"/>
                <a:ea typeface="Arial"/>
                <a:cs typeface="Arial"/>
              </a:defRPr>
            </a:lvl9pPr>
          </a:lstStyle>
          <a:p xmlns:a="http://schemas.openxmlformats.org/drawingml/2006/main">
            <a:pPr>
              <a:defRPr sz="1950" b="0">
                <a:solidFill>
                  <a:srgbClr val="60717A"/>
                </a:solidFill>
                <a:latin typeface="Arial"/>
                <a:ea typeface="Arial"/>
                <a:cs typeface="Arial"/>
              </a:defRPr>
            </a:pPr>
            <a:r>
              <a:rPr sz="1950" b="0">
                <a:solidFill>
                  <a:srgbClr val="60717A"/>
                </a:solidFill>
                <a:latin typeface="Arial"/>
                <a:ea typeface="Arial"/>
                <a:cs typeface="Arial"/>
              </a:rPr>
              <a:t>598.5 kB buffer</a:t>
            </a:r>
          </a:p>
        </p:txBody>
      </p:sp>
    </p:spTree>
    <p:extLst>
      <p:ext uri="{BB962C8B-B14F-4D97-AF65-F5344CB8AC3E}">
        <p14:creationId xmlns:p14="http://schemas.microsoft.com/office/powerpoint/2010/main" val="2034010723"/>
      </p:ext>
    </p:extLst>
  </p:cSld>
</p:sld>
</file>

<file path=ppt/slides/slide6.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8F135BE-8897-4E38-9814-3495AE700433}"/>
              </a:ext>
            </a:extLst>
          </p:cNvPr>
          <p:cNvSpPr>
            <a:spLocks xmlns:a="http://schemas.openxmlformats.org/drawingml/2006/main" noGrp="1"/>
          </p:cNvSpPr>
          <p:nvPr/>
        </p:nvSpPr>
        <p:spPr>
          <a:xfrm xmlns:a="http://schemas.openxmlformats.org/drawingml/2006/main">
            <a:off x="685800" y="638175"/>
            <a:ext cx="108204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172B3A"/>
                </a:solidFill>
                <a:latin typeface="Arial"/>
                <a:ea typeface="Arial"/>
                <a:cs typeface="Arial"/>
              </a:defRPr>
            </a:defPPr>
            <a:lvl1pPr>
              <a:defRPr sz="3225" b="1">
                <a:solidFill>
                  <a:srgbClr val="172B3A"/>
                </a:solidFill>
                <a:latin typeface="Arial"/>
                <a:ea typeface="Arial"/>
                <a:cs typeface="Arial"/>
              </a:defRPr>
            </a:lvl1pPr>
            <a:lvl2pPr>
              <a:defRPr sz="3225" b="1">
                <a:solidFill>
                  <a:srgbClr val="172B3A"/>
                </a:solidFill>
                <a:latin typeface="Arial"/>
                <a:ea typeface="Arial"/>
                <a:cs typeface="Arial"/>
              </a:defRPr>
            </a:lvl2pPr>
            <a:lvl3pPr>
              <a:defRPr sz="3225" b="1">
                <a:solidFill>
                  <a:srgbClr val="172B3A"/>
                </a:solidFill>
                <a:latin typeface="Arial"/>
                <a:ea typeface="Arial"/>
                <a:cs typeface="Arial"/>
              </a:defRPr>
            </a:lvl3pPr>
            <a:lvl4pPr>
              <a:defRPr sz="3225" b="1">
                <a:solidFill>
                  <a:srgbClr val="172B3A"/>
                </a:solidFill>
                <a:latin typeface="Arial"/>
                <a:ea typeface="Arial"/>
                <a:cs typeface="Arial"/>
              </a:defRPr>
            </a:lvl4pPr>
            <a:lvl5pPr>
              <a:defRPr sz="3225" b="1">
                <a:solidFill>
                  <a:srgbClr val="172B3A"/>
                </a:solidFill>
                <a:latin typeface="Arial"/>
                <a:ea typeface="Arial"/>
                <a:cs typeface="Arial"/>
              </a:defRPr>
            </a:lvl5pPr>
            <a:lvl6pPr>
              <a:defRPr sz="3225" b="1">
                <a:solidFill>
                  <a:srgbClr val="172B3A"/>
                </a:solidFill>
                <a:latin typeface="Arial"/>
                <a:ea typeface="Arial"/>
                <a:cs typeface="Arial"/>
              </a:defRPr>
            </a:lvl6pPr>
            <a:lvl7pPr>
              <a:defRPr sz="3225" b="1">
                <a:solidFill>
                  <a:srgbClr val="172B3A"/>
                </a:solidFill>
                <a:latin typeface="Arial"/>
                <a:ea typeface="Arial"/>
                <a:cs typeface="Arial"/>
              </a:defRPr>
            </a:lvl7pPr>
            <a:lvl8pPr>
              <a:defRPr sz="3225" b="1">
                <a:solidFill>
                  <a:srgbClr val="172B3A"/>
                </a:solidFill>
                <a:latin typeface="Arial"/>
                <a:ea typeface="Arial"/>
                <a:cs typeface="Arial"/>
              </a:defRPr>
            </a:lvl8pPr>
            <a:lvl9pPr>
              <a:defRPr sz="3225" b="1">
                <a:solidFill>
                  <a:srgbClr val="172B3A"/>
                </a:solidFill>
                <a:latin typeface="Arial"/>
                <a:ea typeface="Arial"/>
                <a:cs typeface="Arial"/>
              </a:defRPr>
            </a:lvl9pPr>
          </a:lstStyle>
          <a:p xmlns:a="http://schemas.openxmlformats.org/drawingml/2006/main">
            <a:pPr>
              <a:defRPr sz="3225" b="1">
                <a:solidFill>
                  <a:srgbClr val="172B3A"/>
                </a:solidFill>
                <a:latin typeface="Arial"/>
                <a:ea typeface="Arial"/>
                <a:cs typeface="Arial"/>
              </a:defRPr>
            </a:pPr>
            <a:r>
              <a:rPr sz="3225" b="1">
                <a:solidFill>
                  <a:srgbClr val="172B3A"/>
                </a:solidFill>
                <a:latin typeface="Arial"/>
                <a:ea typeface="Arial"/>
                <a:cs typeface="Arial"/>
              </a:rPr>
              <a:t>What earns a successful score</a:t>
            </a:r>
          </a:p>
        </p:txBody>
      </p:sp>
      <p:sp>
        <p:nvSpPr>
          <p:cNvPr id="2" name="">
            <a:extLst xmlns:a="http://schemas.openxmlformats.org/drawingml/2006/main">
              <a:ext uri="{FF2B5EF4-FFF2-40B4-BE49-F238E27FC236}">
                <a16:creationId xmlns:a16="http://schemas.microsoft.com/office/drawing/2014/main" id="{67F22E76-0AFB-42BF-9B30-53E66FD65BFD}"/>
              </a:ext>
            </a:extLst>
          </p:cNvPr>
          <p:cNvSpPr>
            <a:spLocks xmlns:a="http://schemas.openxmlformats.org/drawingml/2006/main" noGrp="1"/>
          </p:cNvSpPr>
          <p:nvPr/>
        </p:nvSpPr>
        <p:spPr>
          <a:xfrm xmlns:a="http://schemas.openxmlformats.org/drawingml/2006/main">
            <a:off x="685800" y="6381750"/>
            <a:ext cx="33337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1">
                <a:solidFill>
                  <a:srgbClr val="60717A"/>
                </a:solidFill>
                <a:latin typeface="Arial"/>
                <a:ea typeface="Arial"/>
                <a:cs typeface="Arial"/>
              </a:defRPr>
            </a:defPPr>
            <a:lvl1pPr>
              <a:defRPr sz="1050" b="1">
                <a:solidFill>
                  <a:srgbClr val="60717A"/>
                </a:solidFill>
                <a:latin typeface="Arial"/>
                <a:ea typeface="Arial"/>
                <a:cs typeface="Arial"/>
              </a:defRPr>
            </a:lvl1pPr>
            <a:lvl2pPr>
              <a:defRPr sz="1050" b="1">
                <a:solidFill>
                  <a:srgbClr val="60717A"/>
                </a:solidFill>
                <a:latin typeface="Arial"/>
                <a:ea typeface="Arial"/>
                <a:cs typeface="Arial"/>
              </a:defRPr>
            </a:lvl2pPr>
            <a:lvl3pPr>
              <a:defRPr sz="1050" b="1">
                <a:solidFill>
                  <a:srgbClr val="60717A"/>
                </a:solidFill>
                <a:latin typeface="Arial"/>
                <a:ea typeface="Arial"/>
                <a:cs typeface="Arial"/>
              </a:defRPr>
            </a:lvl3pPr>
            <a:lvl4pPr>
              <a:defRPr sz="1050" b="1">
                <a:solidFill>
                  <a:srgbClr val="60717A"/>
                </a:solidFill>
                <a:latin typeface="Arial"/>
                <a:ea typeface="Arial"/>
                <a:cs typeface="Arial"/>
              </a:defRPr>
            </a:lvl4pPr>
            <a:lvl5pPr>
              <a:defRPr sz="1050" b="1">
                <a:solidFill>
                  <a:srgbClr val="60717A"/>
                </a:solidFill>
                <a:latin typeface="Arial"/>
                <a:ea typeface="Arial"/>
                <a:cs typeface="Arial"/>
              </a:defRPr>
            </a:lvl5pPr>
            <a:lvl6pPr>
              <a:defRPr sz="1050" b="1">
                <a:solidFill>
                  <a:srgbClr val="60717A"/>
                </a:solidFill>
                <a:latin typeface="Arial"/>
                <a:ea typeface="Arial"/>
                <a:cs typeface="Arial"/>
              </a:defRPr>
            </a:lvl6pPr>
            <a:lvl7pPr>
              <a:defRPr sz="1050" b="1">
                <a:solidFill>
                  <a:srgbClr val="60717A"/>
                </a:solidFill>
                <a:latin typeface="Arial"/>
                <a:ea typeface="Arial"/>
                <a:cs typeface="Arial"/>
              </a:defRPr>
            </a:lvl7pPr>
            <a:lvl8pPr>
              <a:defRPr sz="1050" b="1">
                <a:solidFill>
                  <a:srgbClr val="60717A"/>
                </a:solidFill>
                <a:latin typeface="Arial"/>
                <a:ea typeface="Arial"/>
                <a:cs typeface="Arial"/>
              </a:defRPr>
            </a:lvl8pPr>
            <a:lvl9pPr>
              <a:defRPr sz="1050" b="1">
                <a:solidFill>
                  <a:srgbClr val="60717A"/>
                </a:solidFill>
                <a:latin typeface="Arial"/>
                <a:ea typeface="Arial"/>
                <a:cs typeface="Arial"/>
              </a:defRPr>
            </a:lvl9pPr>
          </a:lstStyle>
          <a:p xmlns:a="http://schemas.openxmlformats.org/drawingml/2006/main">
            <a:pPr>
              <a:defRPr sz="1050" b="1">
                <a:solidFill>
                  <a:srgbClr val="60717A"/>
                </a:solidFill>
                <a:latin typeface="Arial"/>
                <a:ea typeface="Arial"/>
                <a:cs typeface="Arial"/>
              </a:defRPr>
            </a:pPr>
            <a:r>
              <a:rPr sz="1050" b="1">
                <a:solidFill>
                  <a:srgbClr val="60717A"/>
                </a:solidFill>
                <a:latin typeface="Arial"/>
                <a:ea typeface="Arial"/>
                <a:cs typeface="Arial"/>
              </a:rPr>
              <a:t>ASTRO</a:t>
            </a:r>
          </a:p>
        </p:txBody>
      </p:sp>
      <p:sp>
        <p:nvSpPr>
          <p:cNvPr id="3" name="">
            <a:extLst xmlns:a="http://schemas.openxmlformats.org/drawingml/2006/main">
              <a:ext uri="{FF2B5EF4-FFF2-40B4-BE49-F238E27FC236}">
                <a16:creationId xmlns:a16="http://schemas.microsoft.com/office/drawing/2014/main" id="{60CC9808-F4CB-47FC-8238-CC3E767EF95A}"/>
              </a:ext>
            </a:extLst>
          </p:cNvPr>
          <p:cNvSpPr>
            <a:spLocks xmlns:a="http://schemas.openxmlformats.org/drawingml/2006/main" noGrp="1"/>
          </p:cNvSpPr>
          <p:nvPr/>
        </p:nvSpPr>
        <p:spPr>
          <a:xfrm xmlns:a="http://schemas.openxmlformats.org/drawingml/2006/main">
            <a:off x="11182350" y="6381750"/>
            <a:ext cx="333375"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0">
                <a:solidFill>
                  <a:srgbClr val="60717A"/>
                </a:solidFill>
                <a:latin typeface="Arial"/>
                <a:ea typeface="Arial"/>
                <a:cs typeface="Arial"/>
              </a:defRPr>
            </a:defPPr>
            <a:lvl1pPr>
              <a:defRPr sz="1050" b="0">
                <a:solidFill>
                  <a:srgbClr val="60717A"/>
                </a:solidFill>
                <a:latin typeface="Arial"/>
                <a:ea typeface="Arial"/>
                <a:cs typeface="Arial"/>
              </a:defRPr>
            </a:lvl1pPr>
            <a:lvl2pPr>
              <a:defRPr sz="1050" b="0">
                <a:solidFill>
                  <a:srgbClr val="60717A"/>
                </a:solidFill>
                <a:latin typeface="Arial"/>
                <a:ea typeface="Arial"/>
                <a:cs typeface="Arial"/>
              </a:defRPr>
            </a:lvl2pPr>
            <a:lvl3pPr>
              <a:defRPr sz="1050" b="0">
                <a:solidFill>
                  <a:srgbClr val="60717A"/>
                </a:solidFill>
                <a:latin typeface="Arial"/>
                <a:ea typeface="Arial"/>
                <a:cs typeface="Arial"/>
              </a:defRPr>
            </a:lvl3pPr>
            <a:lvl4pPr>
              <a:defRPr sz="1050" b="0">
                <a:solidFill>
                  <a:srgbClr val="60717A"/>
                </a:solidFill>
                <a:latin typeface="Arial"/>
                <a:ea typeface="Arial"/>
                <a:cs typeface="Arial"/>
              </a:defRPr>
            </a:lvl4pPr>
            <a:lvl5pPr>
              <a:defRPr sz="1050" b="0">
                <a:solidFill>
                  <a:srgbClr val="60717A"/>
                </a:solidFill>
                <a:latin typeface="Arial"/>
                <a:ea typeface="Arial"/>
                <a:cs typeface="Arial"/>
              </a:defRPr>
            </a:lvl5pPr>
            <a:lvl6pPr>
              <a:defRPr sz="1050" b="0">
                <a:solidFill>
                  <a:srgbClr val="60717A"/>
                </a:solidFill>
                <a:latin typeface="Arial"/>
                <a:ea typeface="Arial"/>
                <a:cs typeface="Arial"/>
              </a:defRPr>
            </a:lvl6pPr>
            <a:lvl7pPr>
              <a:defRPr sz="1050" b="0">
                <a:solidFill>
                  <a:srgbClr val="60717A"/>
                </a:solidFill>
                <a:latin typeface="Arial"/>
                <a:ea typeface="Arial"/>
                <a:cs typeface="Arial"/>
              </a:defRPr>
            </a:lvl7pPr>
            <a:lvl8pPr>
              <a:defRPr sz="1050" b="0">
                <a:solidFill>
                  <a:srgbClr val="60717A"/>
                </a:solidFill>
                <a:latin typeface="Arial"/>
                <a:ea typeface="Arial"/>
                <a:cs typeface="Arial"/>
              </a:defRPr>
            </a:lvl8pPr>
            <a:lvl9pPr>
              <a:defRPr sz="1050" b="0">
                <a:solidFill>
                  <a:srgbClr val="60717A"/>
                </a:solidFill>
                <a:latin typeface="Arial"/>
                <a:ea typeface="Arial"/>
                <a:cs typeface="Arial"/>
              </a:defRPr>
            </a:lvl9pPr>
          </a:lstStyle>
          <a:p xmlns:a="http://schemas.openxmlformats.org/drawingml/2006/main">
            <a:pPr>
              <a:defRPr sz="1050" b="0">
                <a:solidFill>
                  <a:srgbClr val="60717A"/>
                </a:solidFill>
                <a:latin typeface="Arial"/>
                <a:ea typeface="Arial"/>
                <a:cs typeface="Arial"/>
              </a:defRPr>
            </a:pPr>
            <a:r>
              <a:rPr sz="1050" b="0">
                <a:solidFill>
                  <a:srgbClr val="60717A"/>
                </a:solidFill>
                <a:latin typeface="Arial"/>
                <a:ea typeface="Arial"/>
                <a:cs typeface="Arial"/>
              </a:rPr>
              <a:t>06</a:t>
            </a:r>
          </a:p>
        </p:txBody>
      </p:sp>
      <p:sp>
        <p:nvSpPr>
          <p:cNvPr id="4" name="">
            <a:extLst xmlns:a="http://schemas.openxmlformats.org/drawingml/2006/main">
              <a:ext uri="{FF2B5EF4-FFF2-40B4-BE49-F238E27FC236}">
                <a16:creationId xmlns:a16="http://schemas.microsoft.com/office/drawing/2014/main" id="{AD94216F-7FCB-4457-AF1C-45F70ECEB83C}"/>
              </a:ext>
            </a:extLst>
          </p:cNvPr>
          <p:cNvSpPr>
            <a:spLocks xmlns:a="http://schemas.openxmlformats.org/drawingml/2006/main" noGrp="1"/>
          </p:cNvSpPr>
          <p:nvPr/>
        </p:nvSpPr>
        <p:spPr>
          <a:xfrm xmlns:a="http://schemas.openxmlformats.org/drawingml/2006/main">
            <a:off x="685800" y="2066925"/>
            <a:ext cx="10144125"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850" b="1">
                <a:solidFill>
                  <a:srgbClr val="172B3A"/>
                </a:solidFill>
                <a:latin typeface="Arial"/>
                <a:ea typeface="Arial"/>
                <a:cs typeface="Arial"/>
              </a:defRPr>
            </a:defPPr>
            <a:lvl1pPr>
              <a:defRPr sz="2850" b="1">
                <a:solidFill>
                  <a:srgbClr val="172B3A"/>
                </a:solidFill>
                <a:latin typeface="Arial"/>
                <a:ea typeface="Arial"/>
                <a:cs typeface="Arial"/>
              </a:defRPr>
            </a:lvl1pPr>
            <a:lvl2pPr>
              <a:defRPr sz="2850" b="1">
                <a:solidFill>
                  <a:srgbClr val="172B3A"/>
                </a:solidFill>
                <a:latin typeface="Arial"/>
                <a:ea typeface="Arial"/>
                <a:cs typeface="Arial"/>
              </a:defRPr>
            </a:lvl2pPr>
            <a:lvl3pPr>
              <a:defRPr sz="2850" b="1">
                <a:solidFill>
                  <a:srgbClr val="172B3A"/>
                </a:solidFill>
                <a:latin typeface="Arial"/>
                <a:ea typeface="Arial"/>
                <a:cs typeface="Arial"/>
              </a:defRPr>
            </a:lvl3pPr>
            <a:lvl4pPr>
              <a:defRPr sz="2850" b="1">
                <a:solidFill>
                  <a:srgbClr val="172B3A"/>
                </a:solidFill>
                <a:latin typeface="Arial"/>
                <a:ea typeface="Arial"/>
                <a:cs typeface="Arial"/>
              </a:defRPr>
            </a:lvl4pPr>
            <a:lvl5pPr>
              <a:defRPr sz="2850" b="1">
                <a:solidFill>
                  <a:srgbClr val="172B3A"/>
                </a:solidFill>
                <a:latin typeface="Arial"/>
                <a:ea typeface="Arial"/>
                <a:cs typeface="Arial"/>
              </a:defRPr>
            </a:lvl5pPr>
            <a:lvl6pPr>
              <a:defRPr sz="2850" b="1">
                <a:solidFill>
                  <a:srgbClr val="172B3A"/>
                </a:solidFill>
                <a:latin typeface="Arial"/>
                <a:ea typeface="Arial"/>
                <a:cs typeface="Arial"/>
              </a:defRPr>
            </a:lvl6pPr>
            <a:lvl7pPr>
              <a:defRPr sz="2850" b="1">
                <a:solidFill>
                  <a:srgbClr val="172B3A"/>
                </a:solidFill>
                <a:latin typeface="Arial"/>
                <a:ea typeface="Arial"/>
                <a:cs typeface="Arial"/>
              </a:defRPr>
            </a:lvl7pPr>
            <a:lvl8pPr>
              <a:defRPr sz="2850" b="1">
                <a:solidFill>
                  <a:srgbClr val="172B3A"/>
                </a:solidFill>
                <a:latin typeface="Arial"/>
                <a:ea typeface="Arial"/>
                <a:cs typeface="Arial"/>
              </a:defRPr>
            </a:lvl8pPr>
            <a:lvl9pPr>
              <a:defRPr sz="2850" b="1">
                <a:solidFill>
                  <a:srgbClr val="172B3A"/>
                </a:solidFill>
                <a:latin typeface="Arial"/>
                <a:ea typeface="Arial"/>
                <a:cs typeface="Arial"/>
              </a:defRPr>
            </a:lvl9pPr>
          </a:lstStyle>
          <a:p xmlns:a="http://schemas.openxmlformats.org/drawingml/2006/main">
            <a:pPr>
              <a:defRPr sz="2850" b="1">
                <a:solidFill>
                  <a:srgbClr val="172B3A"/>
                </a:solidFill>
                <a:latin typeface="Arial"/>
                <a:ea typeface="Arial"/>
                <a:cs typeface="Arial"/>
              </a:defRPr>
            </a:pPr>
            <a:r>
              <a:rPr sz="2850" b="1">
                <a:solidFill>
                  <a:srgbClr val="172B3A"/>
                </a:solidFill>
                <a:latin typeface="Arial"/>
                <a:ea typeface="Arial"/>
                <a:cs typeface="Arial"/>
              </a:rPr>
              <a:t>Reward measures progress</a:t>
            </a:r>
          </a:p>
          <a:p xmlns:a="http://schemas.openxmlformats.org/drawingml/2006/main">
            <a:pPr>
              <a:defRPr sz="2850" b="1">
                <a:solidFill>
                  <a:srgbClr val="172B3A"/>
                </a:solidFill>
                <a:latin typeface="Arial"/>
                <a:ea typeface="Arial"/>
                <a:cs typeface="Arial"/>
              </a:defRPr>
            </a:pPr>
            <a:r>
              <a:rPr sz="2850" b="1">
                <a:solidFill>
                  <a:srgbClr val="172B3A"/>
                </a:solidFill>
                <a:latin typeface="Arial"/>
                <a:ea typeface="Arial"/>
                <a:cs typeface="Arial"/>
              </a:rPr>
              <a:t>from the seeded no-op baseline.</a:t>
            </a:r>
          </a:p>
        </p:txBody>
      </p:sp>
      <p:sp>
        <p:nvSpPr>
          <p:cNvPr id="5" name="">
            <a:extLst xmlns:a="http://schemas.openxmlformats.org/drawingml/2006/main">
              <a:ext uri="{FF2B5EF4-FFF2-40B4-BE49-F238E27FC236}">
                <a16:creationId xmlns:a16="http://schemas.microsoft.com/office/drawing/2014/main" id="{510363AB-7AB3-46B5-B06F-175B75B56E8F}"/>
              </a:ext>
            </a:extLst>
          </p:cNvPr>
          <p:cNvSpPr>
            <a:spLocks xmlns:a="http://schemas.openxmlformats.org/drawingml/2006/main" noGrp="1"/>
          </p:cNvSpPr>
          <p:nvPr/>
        </p:nvSpPr>
        <p:spPr>
          <a:xfrm xmlns:a="http://schemas.openxmlformats.org/drawingml/2006/main">
            <a:off x="685800" y="3486150"/>
            <a:ext cx="108204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20776D"/>
                </a:solidFill>
                <a:latin typeface="Arial"/>
                <a:ea typeface="Arial"/>
                <a:cs typeface="Arial"/>
              </a:defRPr>
            </a:defPPr>
            <a:lvl1pPr>
              <a:defRPr sz="2175" b="1">
                <a:solidFill>
                  <a:srgbClr val="20776D"/>
                </a:solidFill>
                <a:latin typeface="Arial"/>
                <a:ea typeface="Arial"/>
                <a:cs typeface="Arial"/>
              </a:defRPr>
            </a:lvl1pPr>
            <a:lvl2pPr>
              <a:defRPr sz="2175" b="1">
                <a:solidFill>
                  <a:srgbClr val="20776D"/>
                </a:solidFill>
                <a:latin typeface="Arial"/>
                <a:ea typeface="Arial"/>
                <a:cs typeface="Arial"/>
              </a:defRPr>
            </a:lvl2pPr>
            <a:lvl3pPr>
              <a:defRPr sz="2175" b="1">
                <a:solidFill>
                  <a:srgbClr val="20776D"/>
                </a:solidFill>
                <a:latin typeface="Arial"/>
                <a:ea typeface="Arial"/>
                <a:cs typeface="Arial"/>
              </a:defRPr>
            </a:lvl3pPr>
            <a:lvl4pPr>
              <a:defRPr sz="2175" b="1">
                <a:solidFill>
                  <a:srgbClr val="20776D"/>
                </a:solidFill>
                <a:latin typeface="Arial"/>
                <a:ea typeface="Arial"/>
                <a:cs typeface="Arial"/>
              </a:defRPr>
            </a:lvl4pPr>
            <a:lvl5pPr>
              <a:defRPr sz="2175" b="1">
                <a:solidFill>
                  <a:srgbClr val="20776D"/>
                </a:solidFill>
                <a:latin typeface="Arial"/>
                <a:ea typeface="Arial"/>
                <a:cs typeface="Arial"/>
              </a:defRPr>
            </a:lvl5pPr>
            <a:lvl6pPr>
              <a:defRPr sz="2175" b="1">
                <a:solidFill>
                  <a:srgbClr val="20776D"/>
                </a:solidFill>
                <a:latin typeface="Arial"/>
                <a:ea typeface="Arial"/>
                <a:cs typeface="Arial"/>
              </a:defRPr>
            </a:lvl6pPr>
            <a:lvl7pPr>
              <a:defRPr sz="2175" b="1">
                <a:solidFill>
                  <a:srgbClr val="20776D"/>
                </a:solidFill>
                <a:latin typeface="Arial"/>
                <a:ea typeface="Arial"/>
                <a:cs typeface="Arial"/>
              </a:defRPr>
            </a:lvl7pPr>
            <a:lvl8pPr>
              <a:defRPr sz="2175" b="1">
                <a:solidFill>
                  <a:srgbClr val="20776D"/>
                </a:solidFill>
                <a:latin typeface="Arial"/>
                <a:ea typeface="Arial"/>
                <a:cs typeface="Arial"/>
              </a:defRPr>
            </a:lvl8pPr>
            <a:lvl9pPr>
              <a:defRPr sz="2175" b="1">
                <a:solidFill>
                  <a:srgbClr val="20776D"/>
                </a:solidFill>
                <a:latin typeface="Arial"/>
                <a:ea typeface="Arial"/>
                <a:cs typeface="Arial"/>
              </a:defRPr>
            </a:lvl9pPr>
          </a:lstStyle>
          <a:p xmlns:a="http://schemas.openxmlformats.org/drawingml/2006/main">
            <a:pPr>
              <a:defRPr sz="2175" b="1">
                <a:solidFill>
                  <a:srgbClr val="20776D"/>
                </a:solidFill>
                <a:latin typeface="Arial"/>
                <a:ea typeface="Arial"/>
                <a:cs typeface="Arial"/>
              </a:defRPr>
            </a:pPr>
            <a:r>
              <a:rPr sz="2175" b="1">
                <a:solidFill>
                  <a:srgbClr val="20776D"/>
                </a:solidFill>
                <a:latin typeface="Arial"/>
                <a:ea typeface="Arial"/>
                <a:cs typeface="Arial"/>
              </a:rPr>
              <a:t>Progress = clamp((raw - no-op) / (1 - no-op), 0, 1)</a:t>
            </a:r>
          </a:p>
        </p:txBody>
      </p:sp>
      <p:sp>
        <p:nvSpPr>
          <p:cNvPr id="6" name="">
            <a:extLst xmlns:a="http://schemas.openxmlformats.org/drawingml/2006/main">
              <a:ext uri="{FF2B5EF4-FFF2-40B4-BE49-F238E27FC236}">
                <a16:creationId xmlns:a16="http://schemas.microsoft.com/office/drawing/2014/main" id="{2AA01381-6D34-457C-9FE0-2DAB85174642}"/>
              </a:ext>
            </a:extLst>
          </p:cNvPr>
          <p:cNvSpPr>
            <a:spLocks xmlns:a="http://schemas.openxmlformats.org/drawingml/2006/main" noGrp="1"/>
          </p:cNvSpPr>
          <p:nvPr/>
        </p:nvSpPr>
        <p:spPr>
          <a:xfrm xmlns:a="http://schemas.openxmlformats.org/drawingml/2006/main">
            <a:off x="685800" y="4524375"/>
            <a:ext cx="10287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b="1">
                <a:solidFill>
                  <a:srgbClr val="C85D37"/>
                </a:solidFill>
                <a:latin typeface="Arial"/>
                <a:ea typeface="Arial"/>
                <a:cs typeface="Arial"/>
              </a:defRPr>
            </a:defPPr>
            <a:lvl1pPr>
              <a:defRPr sz="2400" b="1">
                <a:solidFill>
                  <a:srgbClr val="C85D37"/>
                </a:solidFill>
                <a:latin typeface="Arial"/>
                <a:ea typeface="Arial"/>
                <a:cs typeface="Arial"/>
              </a:defRPr>
            </a:lvl1pPr>
            <a:lvl2pPr>
              <a:defRPr sz="2400" b="1">
                <a:solidFill>
                  <a:srgbClr val="C85D37"/>
                </a:solidFill>
                <a:latin typeface="Arial"/>
                <a:ea typeface="Arial"/>
                <a:cs typeface="Arial"/>
              </a:defRPr>
            </a:lvl2pPr>
            <a:lvl3pPr>
              <a:defRPr sz="2400" b="1">
                <a:solidFill>
                  <a:srgbClr val="C85D37"/>
                </a:solidFill>
                <a:latin typeface="Arial"/>
                <a:ea typeface="Arial"/>
                <a:cs typeface="Arial"/>
              </a:defRPr>
            </a:lvl3pPr>
            <a:lvl4pPr>
              <a:defRPr sz="2400" b="1">
                <a:solidFill>
                  <a:srgbClr val="C85D37"/>
                </a:solidFill>
                <a:latin typeface="Arial"/>
                <a:ea typeface="Arial"/>
                <a:cs typeface="Arial"/>
              </a:defRPr>
            </a:lvl4pPr>
            <a:lvl5pPr>
              <a:defRPr sz="2400" b="1">
                <a:solidFill>
                  <a:srgbClr val="C85D37"/>
                </a:solidFill>
                <a:latin typeface="Arial"/>
                <a:ea typeface="Arial"/>
                <a:cs typeface="Arial"/>
              </a:defRPr>
            </a:lvl5pPr>
            <a:lvl6pPr>
              <a:defRPr sz="2400" b="1">
                <a:solidFill>
                  <a:srgbClr val="C85D37"/>
                </a:solidFill>
                <a:latin typeface="Arial"/>
                <a:ea typeface="Arial"/>
                <a:cs typeface="Arial"/>
              </a:defRPr>
            </a:lvl6pPr>
            <a:lvl7pPr>
              <a:defRPr sz="2400" b="1">
                <a:solidFill>
                  <a:srgbClr val="C85D37"/>
                </a:solidFill>
                <a:latin typeface="Arial"/>
                <a:ea typeface="Arial"/>
                <a:cs typeface="Arial"/>
              </a:defRPr>
            </a:lvl7pPr>
            <a:lvl8pPr>
              <a:defRPr sz="2400" b="1">
                <a:solidFill>
                  <a:srgbClr val="C85D37"/>
                </a:solidFill>
                <a:latin typeface="Arial"/>
                <a:ea typeface="Arial"/>
                <a:cs typeface="Arial"/>
              </a:defRPr>
            </a:lvl8pPr>
            <a:lvl9pPr>
              <a:defRPr sz="2400" b="1">
                <a:solidFill>
                  <a:srgbClr val="C85D37"/>
                </a:solidFill>
                <a:latin typeface="Arial"/>
                <a:ea typeface="Arial"/>
                <a:cs typeface="Arial"/>
              </a:defRPr>
            </a:lvl9pPr>
          </a:lstStyle>
          <a:p xmlns:a="http://schemas.openxmlformats.org/drawingml/2006/main">
            <a:pPr>
              <a:defRPr sz="2400" b="1">
                <a:solidFill>
                  <a:srgbClr val="C85D37"/>
                </a:solidFill>
                <a:latin typeface="Arial"/>
                <a:ea typeface="Arial"/>
                <a:cs typeface="Arial"/>
              </a:defRPr>
            </a:pPr>
            <a:r>
              <a:rPr sz="2400" b="1">
                <a:solidFill>
                  <a:srgbClr val="C85D37"/>
                </a:solidFill>
                <a:latin typeface="Arial"/>
                <a:ea typeface="Arial"/>
                <a:cs typeface="Arial"/>
              </a:rPr>
              <a:t>Reward ≥0.95 requires every mandatory check.</a:t>
            </a:r>
          </a:p>
        </p:txBody>
      </p:sp>
      <p:sp>
        <p:nvSpPr>
          <p:cNvPr id="7" name="">
            <a:extLst xmlns:a="http://schemas.openxmlformats.org/drawingml/2006/main">
              <a:ext uri="{FF2B5EF4-FFF2-40B4-BE49-F238E27FC236}">
                <a16:creationId xmlns:a16="http://schemas.microsoft.com/office/drawing/2014/main" id="{5E12CCC0-1025-4725-BE56-19E1481BAC8D}"/>
              </a:ext>
            </a:extLst>
          </p:cNvPr>
          <p:cNvSpPr>
            <a:spLocks xmlns:a="http://schemas.openxmlformats.org/drawingml/2006/main" noGrp="1"/>
          </p:cNvSpPr>
          <p:nvPr/>
        </p:nvSpPr>
        <p:spPr>
          <a:xfrm xmlns:a="http://schemas.openxmlformats.org/drawingml/2006/main">
            <a:off x="685800" y="5229225"/>
            <a:ext cx="102870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60717A"/>
                </a:solidFill>
                <a:latin typeface="Arial"/>
                <a:ea typeface="Arial"/>
                <a:cs typeface="Arial"/>
              </a:defRPr>
            </a:defPPr>
            <a:lvl1pPr>
              <a:defRPr sz="2025" b="0">
                <a:solidFill>
                  <a:srgbClr val="60717A"/>
                </a:solidFill>
                <a:latin typeface="Arial"/>
                <a:ea typeface="Arial"/>
                <a:cs typeface="Arial"/>
              </a:defRPr>
            </a:lvl1pPr>
            <a:lvl2pPr>
              <a:defRPr sz="2025" b="0">
                <a:solidFill>
                  <a:srgbClr val="60717A"/>
                </a:solidFill>
                <a:latin typeface="Arial"/>
                <a:ea typeface="Arial"/>
                <a:cs typeface="Arial"/>
              </a:defRPr>
            </a:lvl2pPr>
            <a:lvl3pPr>
              <a:defRPr sz="2025" b="0">
                <a:solidFill>
                  <a:srgbClr val="60717A"/>
                </a:solidFill>
                <a:latin typeface="Arial"/>
                <a:ea typeface="Arial"/>
                <a:cs typeface="Arial"/>
              </a:defRPr>
            </a:lvl3pPr>
            <a:lvl4pPr>
              <a:defRPr sz="2025" b="0">
                <a:solidFill>
                  <a:srgbClr val="60717A"/>
                </a:solidFill>
                <a:latin typeface="Arial"/>
                <a:ea typeface="Arial"/>
                <a:cs typeface="Arial"/>
              </a:defRPr>
            </a:lvl4pPr>
            <a:lvl5pPr>
              <a:defRPr sz="2025" b="0">
                <a:solidFill>
                  <a:srgbClr val="60717A"/>
                </a:solidFill>
                <a:latin typeface="Arial"/>
                <a:ea typeface="Arial"/>
                <a:cs typeface="Arial"/>
              </a:defRPr>
            </a:lvl5pPr>
            <a:lvl6pPr>
              <a:defRPr sz="2025" b="0">
                <a:solidFill>
                  <a:srgbClr val="60717A"/>
                </a:solidFill>
                <a:latin typeface="Arial"/>
                <a:ea typeface="Arial"/>
                <a:cs typeface="Arial"/>
              </a:defRPr>
            </a:lvl6pPr>
            <a:lvl7pPr>
              <a:defRPr sz="2025" b="0">
                <a:solidFill>
                  <a:srgbClr val="60717A"/>
                </a:solidFill>
                <a:latin typeface="Arial"/>
                <a:ea typeface="Arial"/>
                <a:cs typeface="Arial"/>
              </a:defRPr>
            </a:lvl7pPr>
            <a:lvl8pPr>
              <a:defRPr sz="2025" b="0">
                <a:solidFill>
                  <a:srgbClr val="60717A"/>
                </a:solidFill>
                <a:latin typeface="Arial"/>
                <a:ea typeface="Arial"/>
                <a:cs typeface="Arial"/>
              </a:defRPr>
            </a:lvl8pPr>
            <a:lvl9pPr>
              <a:defRPr sz="2025" b="0">
                <a:solidFill>
                  <a:srgbClr val="60717A"/>
                </a:solidFill>
                <a:latin typeface="Arial"/>
                <a:ea typeface="Arial"/>
                <a:cs typeface="Arial"/>
              </a:defRPr>
            </a:lvl9pPr>
          </a:lstStyle>
          <a:p xmlns:a="http://schemas.openxmlformats.org/drawingml/2006/main">
            <a:pPr>
              <a:defRPr sz="2025" b="0">
                <a:solidFill>
                  <a:srgbClr val="60717A"/>
                </a:solidFill>
                <a:latin typeface="Arial"/>
                <a:ea typeface="Arial"/>
                <a:cs typeface="Arial"/>
              </a:defRPr>
            </a:pPr>
            <a:r>
              <a:rPr sz="2025" b="0">
                <a:solidFill>
                  <a:srgbClr val="60717A"/>
                </a:solidFill>
                <a:latin typeface="Arial"/>
                <a:ea typeface="Arial"/>
                <a:cs typeface="Arial"/>
              </a:rPr>
              <a:t>A missed science window, buffer overflow or invalid control keeps the run below the success threshold.</a:t>
            </a:r>
          </a:p>
        </p:txBody>
      </p:sp>
    </p:spTree>
    <p:extLst>
      <p:ext uri="{BB962C8B-B14F-4D97-AF65-F5344CB8AC3E}">
        <p14:creationId xmlns:p14="http://schemas.microsoft.com/office/powerpoint/2010/main" val="1021945384"/>
      </p:ext>
    </p:extLst>
  </p:cSld>
</p:sld>
</file>

<file path=ppt/slides/slide7.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127F86B-E447-482D-80B8-759F65F9287B}"/>
              </a:ext>
            </a:extLst>
          </p:cNvPr>
          <p:cNvSpPr>
            <a:spLocks xmlns:a="http://schemas.openxmlformats.org/drawingml/2006/main" noGrp="1"/>
          </p:cNvSpPr>
          <p:nvPr/>
        </p:nvSpPr>
        <p:spPr>
          <a:xfrm xmlns:a="http://schemas.openxmlformats.org/drawingml/2006/main">
            <a:off x="685800" y="638175"/>
            <a:ext cx="108204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172B3A"/>
                </a:solidFill>
                <a:latin typeface="Arial"/>
                <a:ea typeface="Arial"/>
                <a:cs typeface="Arial"/>
              </a:defRPr>
            </a:defPPr>
            <a:lvl1pPr>
              <a:defRPr sz="3225" b="1">
                <a:solidFill>
                  <a:srgbClr val="172B3A"/>
                </a:solidFill>
                <a:latin typeface="Arial"/>
                <a:ea typeface="Arial"/>
                <a:cs typeface="Arial"/>
              </a:defRPr>
            </a:lvl1pPr>
            <a:lvl2pPr>
              <a:defRPr sz="3225" b="1">
                <a:solidFill>
                  <a:srgbClr val="172B3A"/>
                </a:solidFill>
                <a:latin typeface="Arial"/>
                <a:ea typeface="Arial"/>
                <a:cs typeface="Arial"/>
              </a:defRPr>
            </a:lvl2pPr>
            <a:lvl3pPr>
              <a:defRPr sz="3225" b="1">
                <a:solidFill>
                  <a:srgbClr val="172B3A"/>
                </a:solidFill>
                <a:latin typeface="Arial"/>
                <a:ea typeface="Arial"/>
                <a:cs typeface="Arial"/>
              </a:defRPr>
            </a:lvl3pPr>
            <a:lvl4pPr>
              <a:defRPr sz="3225" b="1">
                <a:solidFill>
                  <a:srgbClr val="172B3A"/>
                </a:solidFill>
                <a:latin typeface="Arial"/>
                <a:ea typeface="Arial"/>
                <a:cs typeface="Arial"/>
              </a:defRPr>
            </a:lvl4pPr>
            <a:lvl5pPr>
              <a:defRPr sz="3225" b="1">
                <a:solidFill>
                  <a:srgbClr val="172B3A"/>
                </a:solidFill>
                <a:latin typeface="Arial"/>
                <a:ea typeface="Arial"/>
                <a:cs typeface="Arial"/>
              </a:defRPr>
            </a:lvl5pPr>
            <a:lvl6pPr>
              <a:defRPr sz="3225" b="1">
                <a:solidFill>
                  <a:srgbClr val="172B3A"/>
                </a:solidFill>
                <a:latin typeface="Arial"/>
                <a:ea typeface="Arial"/>
                <a:cs typeface="Arial"/>
              </a:defRPr>
            </a:lvl6pPr>
            <a:lvl7pPr>
              <a:defRPr sz="3225" b="1">
                <a:solidFill>
                  <a:srgbClr val="172B3A"/>
                </a:solidFill>
                <a:latin typeface="Arial"/>
                <a:ea typeface="Arial"/>
                <a:cs typeface="Arial"/>
              </a:defRPr>
            </a:lvl7pPr>
            <a:lvl8pPr>
              <a:defRPr sz="3225" b="1">
                <a:solidFill>
                  <a:srgbClr val="172B3A"/>
                </a:solidFill>
                <a:latin typeface="Arial"/>
                <a:ea typeface="Arial"/>
                <a:cs typeface="Arial"/>
              </a:defRPr>
            </a:lvl8pPr>
            <a:lvl9pPr>
              <a:defRPr sz="3225" b="1">
                <a:solidFill>
                  <a:srgbClr val="172B3A"/>
                </a:solidFill>
                <a:latin typeface="Arial"/>
                <a:ea typeface="Arial"/>
                <a:cs typeface="Arial"/>
              </a:defRPr>
            </a:lvl9pPr>
          </a:lstStyle>
          <a:p xmlns:a="http://schemas.openxmlformats.org/drawingml/2006/main">
            <a:pPr>
              <a:defRPr sz="3225" b="1">
                <a:solidFill>
                  <a:srgbClr val="172B3A"/>
                </a:solidFill>
                <a:latin typeface="Arial"/>
                <a:ea typeface="Arial"/>
                <a:cs typeface="Arial"/>
              </a:defRPr>
            </a:pPr>
            <a:r>
              <a:rPr sz="3225" b="1">
                <a:solidFill>
                  <a:srgbClr val="172B3A"/>
                </a:solidFill>
                <a:latin typeface="Arial"/>
                <a:ea typeface="Arial"/>
                <a:cs typeface="Arial"/>
              </a:rPr>
              <a:t>The agent cannot award itself success</a:t>
            </a:r>
          </a:p>
        </p:txBody>
      </p:sp>
      <p:sp>
        <p:nvSpPr>
          <p:cNvPr id="2" name="">
            <a:extLst xmlns:a="http://schemas.openxmlformats.org/drawingml/2006/main">
              <a:ext uri="{FF2B5EF4-FFF2-40B4-BE49-F238E27FC236}">
                <a16:creationId xmlns:a16="http://schemas.microsoft.com/office/drawing/2014/main" id="{5F2B7A7E-CE5E-4DF9-9676-7EF0BDFE8175}"/>
              </a:ext>
            </a:extLst>
          </p:cNvPr>
          <p:cNvSpPr>
            <a:spLocks xmlns:a="http://schemas.openxmlformats.org/drawingml/2006/main" noGrp="1"/>
          </p:cNvSpPr>
          <p:nvPr/>
        </p:nvSpPr>
        <p:spPr>
          <a:xfrm xmlns:a="http://schemas.openxmlformats.org/drawingml/2006/main">
            <a:off x="685800" y="6381750"/>
            <a:ext cx="33337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1">
                <a:solidFill>
                  <a:srgbClr val="60717A"/>
                </a:solidFill>
                <a:latin typeface="Arial"/>
                <a:ea typeface="Arial"/>
                <a:cs typeface="Arial"/>
              </a:defRPr>
            </a:defPPr>
            <a:lvl1pPr>
              <a:defRPr sz="1050" b="1">
                <a:solidFill>
                  <a:srgbClr val="60717A"/>
                </a:solidFill>
                <a:latin typeface="Arial"/>
                <a:ea typeface="Arial"/>
                <a:cs typeface="Arial"/>
              </a:defRPr>
            </a:lvl1pPr>
            <a:lvl2pPr>
              <a:defRPr sz="1050" b="1">
                <a:solidFill>
                  <a:srgbClr val="60717A"/>
                </a:solidFill>
                <a:latin typeface="Arial"/>
                <a:ea typeface="Arial"/>
                <a:cs typeface="Arial"/>
              </a:defRPr>
            </a:lvl2pPr>
            <a:lvl3pPr>
              <a:defRPr sz="1050" b="1">
                <a:solidFill>
                  <a:srgbClr val="60717A"/>
                </a:solidFill>
                <a:latin typeface="Arial"/>
                <a:ea typeface="Arial"/>
                <a:cs typeface="Arial"/>
              </a:defRPr>
            </a:lvl3pPr>
            <a:lvl4pPr>
              <a:defRPr sz="1050" b="1">
                <a:solidFill>
                  <a:srgbClr val="60717A"/>
                </a:solidFill>
                <a:latin typeface="Arial"/>
                <a:ea typeface="Arial"/>
                <a:cs typeface="Arial"/>
              </a:defRPr>
            </a:lvl4pPr>
            <a:lvl5pPr>
              <a:defRPr sz="1050" b="1">
                <a:solidFill>
                  <a:srgbClr val="60717A"/>
                </a:solidFill>
                <a:latin typeface="Arial"/>
                <a:ea typeface="Arial"/>
                <a:cs typeface="Arial"/>
              </a:defRPr>
            </a:lvl5pPr>
            <a:lvl6pPr>
              <a:defRPr sz="1050" b="1">
                <a:solidFill>
                  <a:srgbClr val="60717A"/>
                </a:solidFill>
                <a:latin typeface="Arial"/>
                <a:ea typeface="Arial"/>
                <a:cs typeface="Arial"/>
              </a:defRPr>
            </a:lvl6pPr>
            <a:lvl7pPr>
              <a:defRPr sz="1050" b="1">
                <a:solidFill>
                  <a:srgbClr val="60717A"/>
                </a:solidFill>
                <a:latin typeface="Arial"/>
                <a:ea typeface="Arial"/>
                <a:cs typeface="Arial"/>
              </a:defRPr>
            </a:lvl7pPr>
            <a:lvl8pPr>
              <a:defRPr sz="1050" b="1">
                <a:solidFill>
                  <a:srgbClr val="60717A"/>
                </a:solidFill>
                <a:latin typeface="Arial"/>
                <a:ea typeface="Arial"/>
                <a:cs typeface="Arial"/>
              </a:defRPr>
            </a:lvl8pPr>
            <a:lvl9pPr>
              <a:defRPr sz="1050" b="1">
                <a:solidFill>
                  <a:srgbClr val="60717A"/>
                </a:solidFill>
                <a:latin typeface="Arial"/>
                <a:ea typeface="Arial"/>
                <a:cs typeface="Arial"/>
              </a:defRPr>
            </a:lvl9pPr>
          </a:lstStyle>
          <a:p xmlns:a="http://schemas.openxmlformats.org/drawingml/2006/main">
            <a:pPr>
              <a:defRPr sz="1050" b="1">
                <a:solidFill>
                  <a:srgbClr val="60717A"/>
                </a:solidFill>
                <a:latin typeface="Arial"/>
                <a:ea typeface="Arial"/>
                <a:cs typeface="Arial"/>
              </a:defRPr>
            </a:pPr>
            <a:r>
              <a:rPr sz="1050" b="1">
                <a:solidFill>
                  <a:srgbClr val="60717A"/>
                </a:solidFill>
                <a:latin typeface="Arial"/>
                <a:ea typeface="Arial"/>
                <a:cs typeface="Arial"/>
              </a:rPr>
              <a:t>ASTRO</a:t>
            </a:r>
          </a:p>
        </p:txBody>
      </p:sp>
      <p:sp>
        <p:nvSpPr>
          <p:cNvPr id="3" name="">
            <a:extLst xmlns:a="http://schemas.openxmlformats.org/drawingml/2006/main">
              <a:ext uri="{FF2B5EF4-FFF2-40B4-BE49-F238E27FC236}">
                <a16:creationId xmlns:a16="http://schemas.microsoft.com/office/drawing/2014/main" id="{8B83978F-8ACC-429C-9331-F119FC931F1C}"/>
              </a:ext>
            </a:extLst>
          </p:cNvPr>
          <p:cNvSpPr>
            <a:spLocks xmlns:a="http://schemas.openxmlformats.org/drawingml/2006/main" noGrp="1"/>
          </p:cNvSpPr>
          <p:nvPr/>
        </p:nvSpPr>
        <p:spPr>
          <a:xfrm xmlns:a="http://schemas.openxmlformats.org/drawingml/2006/main">
            <a:off x="11182350" y="6381750"/>
            <a:ext cx="333375"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0">
                <a:solidFill>
                  <a:srgbClr val="60717A"/>
                </a:solidFill>
                <a:latin typeface="Arial"/>
                <a:ea typeface="Arial"/>
                <a:cs typeface="Arial"/>
              </a:defRPr>
            </a:defPPr>
            <a:lvl1pPr>
              <a:defRPr sz="1050" b="0">
                <a:solidFill>
                  <a:srgbClr val="60717A"/>
                </a:solidFill>
                <a:latin typeface="Arial"/>
                <a:ea typeface="Arial"/>
                <a:cs typeface="Arial"/>
              </a:defRPr>
            </a:lvl1pPr>
            <a:lvl2pPr>
              <a:defRPr sz="1050" b="0">
                <a:solidFill>
                  <a:srgbClr val="60717A"/>
                </a:solidFill>
                <a:latin typeface="Arial"/>
                <a:ea typeface="Arial"/>
                <a:cs typeface="Arial"/>
              </a:defRPr>
            </a:lvl2pPr>
            <a:lvl3pPr>
              <a:defRPr sz="1050" b="0">
                <a:solidFill>
                  <a:srgbClr val="60717A"/>
                </a:solidFill>
                <a:latin typeface="Arial"/>
                <a:ea typeface="Arial"/>
                <a:cs typeface="Arial"/>
              </a:defRPr>
            </a:lvl3pPr>
            <a:lvl4pPr>
              <a:defRPr sz="1050" b="0">
                <a:solidFill>
                  <a:srgbClr val="60717A"/>
                </a:solidFill>
                <a:latin typeface="Arial"/>
                <a:ea typeface="Arial"/>
                <a:cs typeface="Arial"/>
              </a:defRPr>
            </a:lvl4pPr>
            <a:lvl5pPr>
              <a:defRPr sz="1050" b="0">
                <a:solidFill>
                  <a:srgbClr val="60717A"/>
                </a:solidFill>
                <a:latin typeface="Arial"/>
                <a:ea typeface="Arial"/>
                <a:cs typeface="Arial"/>
              </a:defRPr>
            </a:lvl5pPr>
            <a:lvl6pPr>
              <a:defRPr sz="1050" b="0">
                <a:solidFill>
                  <a:srgbClr val="60717A"/>
                </a:solidFill>
                <a:latin typeface="Arial"/>
                <a:ea typeface="Arial"/>
                <a:cs typeface="Arial"/>
              </a:defRPr>
            </a:lvl6pPr>
            <a:lvl7pPr>
              <a:defRPr sz="1050" b="0">
                <a:solidFill>
                  <a:srgbClr val="60717A"/>
                </a:solidFill>
                <a:latin typeface="Arial"/>
                <a:ea typeface="Arial"/>
                <a:cs typeface="Arial"/>
              </a:defRPr>
            </a:lvl7pPr>
            <a:lvl8pPr>
              <a:defRPr sz="1050" b="0">
                <a:solidFill>
                  <a:srgbClr val="60717A"/>
                </a:solidFill>
                <a:latin typeface="Arial"/>
                <a:ea typeface="Arial"/>
                <a:cs typeface="Arial"/>
              </a:defRPr>
            </a:lvl8pPr>
            <a:lvl9pPr>
              <a:defRPr sz="1050" b="0">
                <a:solidFill>
                  <a:srgbClr val="60717A"/>
                </a:solidFill>
                <a:latin typeface="Arial"/>
                <a:ea typeface="Arial"/>
                <a:cs typeface="Arial"/>
              </a:defRPr>
            </a:lvl9pPr>
          </a:lstStyle>
          <a:p xmlns:a="http://schemas.openxmlformats.org/drawingml/2006/main">
            <a:pPr>
              <a:defRPr sz="1050" b="0">
                <a:solidFill>
                  <a:srgbClr val="60717A"/>
                </a:solidFill>
                <a:latin typeface="Arial"/>
                <a:ea typeface="Arial"/>
                <a:cs typeface="Arial"/>
              </a:defRPr>
            </a:pPr>
            <a:r>
              <a:rPr sz="1050" b="0">
                <a:solidFill>
                  <a:srgbClr val="60717A"/>
                </a:solidFill>
                <a:latin typeface="Arial"/>
                <a:ea typeface="Arial"/>
                <a:cs typeface="Arial"/>
              </a:rPr>
              <a:t>07</a:t>
            </a:r>
          </a:p>
        </p:txBody>
      </p:sp>
      <p:sp>
        <p:nvSpPr>
          <p:cNvPr id="4" name="">
            <a:extLst xmlns:a="http://schemas.openxmlformats.org/drawingml/2006/main">
              <a:ext uri="{FF2B5EF4-FFF2-40B4-BE49-F238E27FC236}">
                <a16:creationId xmlns:a16="http://schemas.microsoft.com/office/drawing/2014/main" id="{46675DC1-4604-459B-8BD2-A0828FB71FAA}"/>
              </a:ext>
            </a:extLst>
          </p:cNvPr>
          <p:cNvSpPr>
            <a:spLocks xmlns:a="http://schemas.openxmlformats.org/drawingml/2006/main" noGrp="1"/>
          </p:cNvSpPr>
          <p:nvPr/>
        </p:nvSpPr>
        <p:spPr>
          <a:xfrm xmlns:a="http://schemas.openxmlformats.org/drawingml/2006/main">
            <a:off x="685800" y="2124075"/>
            <a:ext cx="40005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1">
                <a:solidFill>
                  <a:srgbClr val="172B3A"/>
                </a:solidFill>
                <a:latin typeface="Arial"/>
                <a:ea typeface="Arial"/>
                <a:cs typeface="Arial"/>
              </a:defRPr>
            </a:defPPr>
            <a:lvl1pPr>
              <a:defRPr sz="2325" b="1">
                <a:solidFill>
                  <a:srgbClr val="172B3A"/>
                </a:solidFill>
                <a:latin typeface="Arial"/>
                <a:ea typeface="Arial"/>
                <a:cs typeface="Arial"/>
              </a:defRPr>
            </a:lvl1pPr>
            <a:lvl2pPr>
              <a:defRPr sz="2325" b="1">
                <a:solidFill>
                  <a:srgbClr val="172B3A"/>
                </a:solidFill>
                <a:latin typeface="Arial"/>
                <a:ea typeface="Arial"/>
                <a:cs typeface="Arial"/>
              </a:defRPr>
            </a:lvl2pPr>
            <a:lvl3pPr>
              <a:defRPr sz="2325" b="1">
                <a:solidFill>
                  <a:srgbClr val="172B3A"/>
                </a:solidFill>
                <a:latin typeface="Arial"/>
                <a:ea typeface="Arial"/>
                <a:cs typeface="Arial"/>
              </a:defRPr>
            </a:lvl3pPr>
            <a:lvl4pPr>
              <a:defRPr sz="2325" b="1">
                <a:solidFill>
                  <a:srgbClr val="172B3A"/>
                </a:solidFill>
                <a:latin typeface="Arial"/>
                <a:ea typeface="Arial"/>
                <a:cs typeface="Arial"/>
              </a:defRPr>
            </a:lvl4pPr>
            <a:lvl5pPr>
              <a:defRPr sz="2325" b="1">
                <a:solidFill>
                  <a:srgbClr val="172B3A"/>
                </a:solidFill>
                <a:latin typeface="Arial"/>
                <a:ea typeface="Arial"/>
                <a:cs typeface="Arial"/>
              </a:defRPr>
            </a:lvl5pPr>
            <a:lvl6pPr>
              <a:defRPr sz="2325" b="1">
                <a:solidFill>
                  <a:srgbClr val="172B3A"/>
                </a:solidFill>
                <a:latin typeface="Arial"/>
                <a:ea typeface="Arial"/>
                <a:cs typeface="Arial"/>
              </a:defRPr>
            </a:lvl6pPr>
            <a:lvl7pPr>
              <a:defRPr sz="2325" b="1">
                <a:solidFill>
                  <a:srgbClr val="172B3A"/>
                </a:solidFill>
                <a:latin typeface="Arial"/>
                <a:ea typeface="Arial"/>
                <a:cs typeface="Arial"/>
              </a:defRPr>
            </a:lvl7pPr>
            <a:lvl8pPr>
              <a:defRPr sz="2325" b="1">
                <a:solidFill>
                  <a:srgbClr val="172B3A"/>
                </a:solidFill>
                <a:latin typeface="Arial"/>
                <a:ea typeface="Arial"/>
                <a:cs typeface="Arial"/>
              </a:defRPr>
            </a:lvl8pPr>
            <a:lvl9pPr>
              <a:defRPr sz="2325" b="1">
                <a:solidFill>
                  <a:srgbClr val="172B3A"/>
                </a:solidFill>
                <a:latin typeface="Arial"/>
                <a:ea typeface="Arial"/>
                <a:cs typeface="Arial"/>
              </a:defRPr>
            </a:lvl9pPr>
          </a:lstStyle>
          <a:p xmlns:a="http://schemas.openxmlformats.org/drawingml/2006/main">
            <a:pPr>
              <a:defRPr sz="2325" b="1">
                <a:solidFill>
                  <a:srgbClr val="172B3A"/>
                </a:solidFill>
                <a:latin typeface="Arial"/>
                <a:ea typeface="Arial"/>
                <a:cs typeface="Arial"/>
              </a:defRPr>
            </a:pPr>
            <a:r>
              <a:rPr sz="2325" b="1">
                <a:solidFill>
                  <a:srgbClr val="172B3A"/>
                </a:solidFill>
                <a:latin typeface="Arial"/>
                <a:ea typeface="Arial"/>
                <a:cs typeface="Arial"/>
              </a:rPr>
              <a:t>Protected verifier</a:t>
            </a:r>
          </a:p>
          <a:p xmlns:a="http://schemas.openxmlformats.org/drawingml/2006/main">
            <a:pPr>
              <a:defRPr sz="2325" b="1">
                <a:solidFill>
                  <a:srgbClr val="172B3A"/>
                </a:solidFill>
                <a:latin typeface="Arial"/>
                <a:ea typeface="Arial"/>
                <a:cs typeface="Arial"/>
              </a:defRPr>
            </a:pPr>
            <a:r>
              <a:rPr sz="2325" b="1">
                <a:solidFill>
                  <a:srgbClr val="172B3A"/>
                </a:solidFill>
                <a:latin typeface="Arial"/>
                <a:ea typeface="Arial"/>
                <a:cs typeface="Arial"/>
              </a:rPr>
              <a:t>Separate container</a:t>
            </a:r>
          </a:p>
          <a:p xmlns:a="http://schemas.openxmlformats.org/drawingml/2006/main">
            <a:pPr>
              <a:defRPr sz="2325" b="1">
                <a:solidFill>
                  <a:srgbClr val="172B3A"/>
                </a:solidFill>
                <a:latin typeface="Arial"/>
                <a:ea typeface="Arial"/>
                <a:cs typeface="Arial"/>
              </a:defRPr>
            </a:pPr>
            <a:r>
              <a:rPr sz="2325" b="1">
                <a:solidFill>
                  <a:srgbClr val="172B3A"/>
                </a:solidFill>
                <a:latin typeface="Arial"/>
                <a:ea typeface="Arial"/>
                <a:cs typeface="Arial"/>
              </a:rPr>
              <a:t>Bounded tool execution</a:t>
            </a:r>
          </a:p>
        </p:txBody>
      </p:sp>
      <p:sp>
        <p:nvSpPr>
          <p:cNvPr id="5" name="">
            <a:extLst xmlns:a="http://schemas.openxmlformats.org/drawingml/2006/main">
              <a:ext uri="{FF2B5EF4-FFF2-40B4-BE49-F238E27FC236}">
                <a16:creationId xmlns:a16="http://schemas.microsoft.com/office/drawing/2014/main" id="{D53C0DA2-C035-4F02-89AA-416BBD818D66}"/>
              </a:ext>
            </a:extLst>
          </p:cNvPr>
          <p:cNvSpPr>
            <a:spLocks xmlns:a="http://schemas.openxmlformats.org/drawingml/2006/main" noGrp="1"/>
          </p:cNvSpPr>
          <p:nvPr/>
        </p:nvSpPr>
        <p:spPr>
          <a:xfrm xmlns:a="http://schemas.openxmlformats.org/drawingml/2006/main">
            <a:off x="685800" y="4391025"/>
            <a:ext cx="391477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20776D"/>
                </a:solidFill>
                <a:latin typeface="Arial"/>
                <a:ea typeface="Arial"/>
                <a:cs typeface="Arial"/>
              </a:defRPr>
            </a:defPPr>
            <a:lvl1pPr>
              <a:defRPr sz="2250" b="1">
                <a:solidFill>
                  <a:srgbClr val="20776D"/>
                </a:solidFill>
                <a:latin typeface="Arial"/>
                <a:ea typeface="Arial"/>
                <a:cs typeface="Arial"/>
              </a:defRPr>
            </a:lvl1pPr>
            <a:lvl2pPr>
              <a:defRPr sz="2250" b="1">
                <a:solidFill>
                  <a:srgbClr val="20776D"/>
                </a:solidFill>
                <a:latin typeface="Arial"/>
                <a:ea typeface="Arial"/>
                <a:cs typeface="Arial"/>
              </a:defRPr>
            </a:lvl2pPr>
            <a:lvl3pPr>
              <a:defRPr sz="2250" b="1">
                <a:solidFill>
                  <a:srgbClr val="20776D"/>
                </a:solidFill>
                <a:latin typeface="Arial"/>
                <a:ea typeface="Arial"/>
                <a:cs typeface="Arial"/>
              </a:defRPr>
            </a:lvl3pPr>
            <a:lvl4pPr>
              <a:defRPr sz="2250" b="1">
                <a:solidFill>
                  <a:srgbClr val="20776D"/>
                </a:solidFill>
                <a:latin typeface="Arial"/>
                <a:ea typeface="Arial"/>
                <a:cs typeface="Arial"/>
              </a:defRPr>
            </a:lvl4pPr>
            <a:lvl5pPr>
              <a:defRPr sz="2250" b="1">
                <a:solidFill>
                  <a:srgbClr val="20776D"/>
                </a:solidFill>
                <a:latin typeface="Arial"/>
                <a:ea typeface="Arial"/>
                <a:cs typeface="Arial"/>
              </a:defRPr>
            </a:lvl5pPr>
            <a:lvl6pPr>
              <a:defRPr sz="2250" b="1">
                <a:solidFill>
                  <a:srgbClr val="20776D"/>
                </a:solidFill>
                <a:latin typeface="Arial"/>
                <a:ea typeface="Arial"/>
                <a:cs typeface="Arial"/>
              </a:defRPr>
            </a:lvl6pPr>
            <a:lvl7pPr>
              <a:defRPr sz="2250" b="1">
                <a:solidFill>
                  <a:srgbClr val="20776D"/>
                </a:solidFill>
                <a:latin typeface="Arial"/>
                <a:ea typeface="Arial"/>
                <a:cs typeface="Arial"/>
              </a:defRPr>
            </a:lvl7pPr>
            <a:lvl8pPr>
              <a:defRPr sz="2250" b="1">
                <a:solidFill>
                  <a:srgbClr val="20776D"/>
                </a:solidFill>
                <a:latin typeface="Arial"/>
                <a:ea typeface="Arial"/>
                <a:cs typeface="Arial"/>
              </a:defRPr>
            </a:lvl8pPr>
            <a:lvl9pPr>
              <a:defRPr sz="2250" b="1">
                <a:solidFill>
                  <a:srgbClr val="20776D"/>
                </a:solidFill>
                <a:latin typeface="Arial"/>
                <a:ea typeface="Arial"/>
                <a:cs typeface="Arial"/>
              </a:defRPr>
            </a:lvl9pPr>
          </a:lstStyle>
          <a:p xmlns:a="http://schemas.openxmlformats.org/drawingml/2006/main">
            <a:pPr>
              <a:defRPr sz="2250" b="1">
                <a:solidFill>
                  <a:srgbClr val="20776D"/>
                </a:solidFill>
                <a:latin typeface="Arial"/>
                <a:ea typeface="Arial"/>
                <a:cs typeface="Arial"/>
              </a:defRPr>
            </a:pPr>
            <a:r>
              <a:rPr sz="2250" b="1">
                <a:solidFill>
                  <a:srgbClr val="20776D"/>
                </a:solidFill>
                <a:latin typeface="Arial"/>
                <a:ea typeface="Arial"/>
                <a:cs typeface="Arial"/>
              </a:rPr>
              <a:t>Six deliberate failure probes</a:t>
            </a:r>
          </a:p>
          <a:p xmlns:a="http://schemas.openxmlformats.org/drawingml/2006/main">
            <a:pPr>
              <a:defRPr sz="2250" b="1">
                <a:solidFill>
                  <a:srgbClr val="20776D"/>
                </a:solidFill>
                <a:latin typeface="Arial"/>
                <a:ea typeface="Arial"/>
                <a:cs typeface="Arial"/>
              </a:defRPr>
            </a:pPr>
            <a:r>
              <a:rPr sz="2250" b="1">
                <a:solidFill>
                  <a:srgbClr val="20776D"/>
                </a:solidFill>
                <a:latin typeface="Arial"/>
                <a:ea typeface="Arial"/>
                <a:cs typeface="Arial"/>
              </a:rPr>
              <a:t>all stay below success.</a:t>
            </a:r>
          </a:p>
        </p:txBody>
      </p:sp>
      <p:graphicFrame>
        <p:nvGraphicFramePr>
          <p:cNvPr id="6" name="">
            <a:extLst xmlns:a="http://schemas.openxmlformats.org/drawingml/2006/main">
              <a:ext uri="{FF2B5EF4-FFF2-40B4-BE49-F238E27FC236}">
                <a16:creationId xmlns:a16="http://schemas.microsoft.com/office/drawing/2014/main" id="{BD722BDA-0FF1-44B6-B173-7C9E76AA25D6}"/>
              </a:ext>
            </a:extLst>
          </p:cNvPr>
          <p:cNvGraphicFramePr/>
          <p:nvPr/>
        </p:nvGraphicFramePr>
        <p:xfrm>
          <a:off xmlns:a="http://schemas.openxmlformats.org/drawingml/2006/main" x="5067300" y="2009775"/>
          <a:ext xmlns:a="http://schemas.openxmlformats.org/drawingml/2006/main" cx="6438900" cy="3790950"/>
        </p:xfrm>
        <a:graphic xmlns:a="http://schemas.openxmlformats.org/drawingml/2006/main">
          <a:graphicData uri="http://schemas.openxmlformats.org/drawingml/2006/table">
            <a:tbl>
              <a:tblPr/>
              <a:tblGrid>
                <a:gridCol w="4667250"/>
                <a:gridCol w="1771650"/>
              </a:tblGrid>
              <a:tr h="541564">
                <a:tc>
                  <a:txBody>
                    <a:bodyPr/>
                    <a:lstStyle/>
                    <a:p>
                      <a:r>
                        <a:rPr sz="1500" b="1">
                          <a:solidFill>
                            <a:srgbClr val="FFFFFF"/>
                          </a:solidFill>
                          <a:latin typeface="Arial"/>
                          <a:ea typeface="Arial"/>
                          <a:cs typeface="Arial"/>
                        </a:rPr>
                        <a:t>Executed probe</a:t>
                      </a:r>
                    </a:p>
                  </a:txBody>
                  <a:tcPr marL="171450" marR="142875" marT="133350" marB="114300" anchor="ctr">
                    <a:lnL w="6668">
                      <a:solidFill>
                        <a:srgbClr val="D4DCDA"/>
                      </a:solidFill>
                      <a:prstDash val="solid"/>
                    </a:lnL>
                    <a:lnR w="6668">
                      <a:solidFill>
                        <a:srgbClr val="D4DCDA"/>
                      </a:solidFill>
                      <a:prstDash val="solid"/>
                    </a:lnR>
                    <a:lnT w="6668">
                      <a:solidFill>
                        <a:srgbClr val="D4DCDA"/>
                      </a:solidFill>
                      <a:prstDash val="solid"/>
                    </a:lnT>
                    <a:lnB w="6668">
                      <a:solidFill>
                        <a:srgbClr val="D4DCDA"/>
                      </a:solidFill>
                      <a:prstDash val="solid"/>
                    </a:lnB>
                    <a:solidFill>
                      <a:srgbClr val="172B3A"/>
                    </a:solidFill>
                  </a:tcPr>
                </a:tc>
                <a:tc>
                  <a:txBody>
                    <a:bodyPr/>
                    <a:lstStyle/>
                    <a:p>
                      <a:r>
                        <a:rPr sz="1500" b="1">
                          <a:solidFill>
                            <a:srgbClr val="FFFFFF"/>
                          </a:solidFill>
                          <a:latin typeface="Arial"/>
                          <a:ea typeface="Arial"/>
                          <a:cs typeface="Arial"/>
                        </a:rPr>
                        <a:t>Reward</a:t>
                      </a:r>
                    </a:p>
                  </a:txBody>
                  <a:tcPr marL="171450" marR="142875" marT="133350" marB="114300" anchor="ctr">
                    <a:lnR w="6668">
                      <a:solidFill>
                        <a:srgbClr val="D4DCDA"/>
                      </a:solidFill>
                      <a:prstDash val="solid"/>
                    </a:lnR>
                    <a:lnT w="6668">
                      <a:solidFill>
                        <a:srgbClr val="D4DCDA"/>
                      </a:solidFill>
                      <a:prstDash val="solid"/>
                    </a:lnT>
                    <a:lnB w="6668">
                      <a:solidFill>
                        <a:srgbClr val="D4DCDA"/>
                      </a:solidFill>
                      <a:prstDash val="solid"/>
                    </a:lnB>
                    <a:solidFill>
                      <a:srgbClr val="172B3A"/>
                    </a:solidFill>
                  </a:tcPr>
                </a:tc>
              </a:tr>
              <a:tr h="541564">
                <a:tc>
                  <a:txBody>
                    <a:bodyPr/>
                    <a:lstStyle/>
                    <a:p>
                      <a:r>
                        <a:rPr sz="1725" b="0">
                          <a:solidFill>
                            <a:srgbClr val="172B3A"/>
                          </a:solidFill>
                          <a:latin typeface="Arial"/>
                          <a:ea typeface="Arial"/>
                          <a:cs typeface="Arial"/>
                        </a:rPr>
                        <a:t>Relaxed pointing target</a:t>
                      </a:r>
                    </a:p>
                  </a:txBody>
                  <a:tcPr marL="171450" marR="142875" marT="133350" marB="114300" anchor="ctr">
                    <a:lnL w="6668">
                      <a:solidFill>
                        <a:srgbClr val="D4DCDA"/>
                      </a:solidFill>
                      <a:prstDash val="solid"/>
                    </a:lnL>
                    <a:lnR w="6668">
                      <a:solidFill>
                        <a:srgbClr val="D4DCDA"/>
                      </a:solidFill>
                      <a:prstDash val="solid"/>
                    </a:lnR>
                    <a:lnB w="6668">
                      <a:solidFill>
                        <a:srgbClr val="D4DCDA"/>
                      </a:solidFill>
                      <a:prstDash val="solid"/>
                    </a:lnB>
                    <a:solidFill>
                      <a:srgbClr val="ECEFEC"/>
                    </a:solidFill>
                  </a:tcPr>
                </a:tc>
                <a:tc>
                  <a:txBody>
                    <a:bodyPr/>
                    <a:lstStyle/>
                    <a:p>
                      <a:r>
                        <a:rPr sz="1725" b="0">
                          <a:solidFill>
                            <a:srgbClr val="172B3A"/>
                          </a:solidFill>
                          <a:latin typeface="Arial"/>
                          <a:ea typeface="Arial"/>
                          <a:cs typeface="Arial"/>
                        </a:rPr>
                        <a:t>0.800</a:t>
                      </a:r>
                    </a:p>
                  </a:txBody>
                  <a:tcPr marL="171450" marR="142875" marT="133350" marB="114300" anchor="ctr">
                    <a:lnR w="6668">
                      <a:solidFill>
                        <a:srgbClr val="D4DCDA"/>
                      </a:solidFill>
                      <a:prstDash val="solid"/>
                    </a:lnR>
                    <a:lnB w="6668">
                      <a:solidFill>
                        <a:srgbClr val="D4DCDA"/>
                      </a:solidFill>
                      <a:prstDash val="solid"/>
                    </a:lnB>
                    <a:solidFill>
                      <a:srgbClr val="ECEFEC"/>
                    </a:solidFill>
                  </a:tcPr>
                </a:tc>
              </a:tr>
              <a:tr h="541564">
                <a:tc>
                  <a:txBody>
                    <a:bodyPr/>
                    <a:lstStyle/>
                    <a:p>
                      <a:r>
                        <a:rPr sz="1725" b="0">
                          <a:solidFill>
                            <a:srgbClr val="172B3A"/>
                          </a:solidFill>
                          <a:latin typeface="Arial"/>
                          <a:ea typeface="Arial"/>
                          <a:cs typeface="Arial"/>
                        </a:rPr>
                        <a:t>Forged telemetry</a:t>
                      </a:r>
                    </a:p>
                  </a:txBody>
                  <a:tcPr marL="171450" marR="142875" marT="133350" marB="114300" anchor="ctr">
                    <a:lnL w="6668">
                      <a:solidFill>
                        <a:srgbClr val="D4DCDA"/>
                      </a:solidFill>
                      <a:prstDash val="solid"/>
                    </a:lnL>
                    <a:lnR w="6668">
                      <a:solidFill>
                        <a:srgbClr val="D4DCDA"/>
                      </a:solidFill>
                      <a:prstDash val="solid"/>
                    </a:lnR>
                    <a:lnB w="6668">
                      <a:solidFill>
                        <a:srgbClr val="D4DCDA"/>
                      </a:solidFill>
                      <a:prstDash val="solid"/>
                    </a:lnB>
                    <a:solidFill>
                      <a:srgbClr val="F7F6F2"/>
                    </a:solidFill>
                  </a:tcPr>
                </a:tc>
                <a:tc>
                  <a:txBody>
                    <a:bodyPr/>
                    <a:lstStyle/>
                    <a:p>
                      <a:r>
                        <a:rPr sz="1725" b="0">
                          <a:solidFill>
                            <a:srgbClr val="172B3A"/>
                          </a:solidFill>
                          <a:latin typeface="Arial"/>
                          <a:ea typeface="Arial"/>
                          <a:cs typeface="Arial"/>
                        </a:rPr>
                        <a:t>0.000</a:t>
                      </a:r>
                    </a:p>
                  </a:txBody>
                  <a:tcPr marL="171450" marR="142875" marT="133350" marB="114300" anchor="ctr">
                    <a:lnR w="6668">
                      <a:solidFill>
                        <a:srgbClr val="D4DCDA"/>
                      </a:solidFill>
                      <a:prstDash val="solid"/>
                    </a:lnR>
                    <a:lnB w="6668">
                      <a:solidFill>
                        <a:srgbClr val="D4DCDA"/>
                      </a:solidFill>
                      <a:prstDash val="solid"/>
                    </a:lnB>
                    <a:solidFill>
                      <a:srgbClr val="F7F6F2"/>
                    </a:solidFill>
                  </a:tcPr>
                </a:tc>
              </a:tr>
              <a:tr h="541564">
                <a:tc>
                  <a:txBody>
                    <a:bodyPr/>
                    <a:lstStyle/>
                    <a:p>
                      <a:r>
                        <a:rPr sz="1725" b="0">
                          <a:solidFill>
                            <a:srgbClr val="172B3A"/>
                          </a:solidFill>
                          <a:latin typeface="Arial"/>
                          <a:ea typeface="Arial"/>
                          <a:cs typeface="Arial"/>
                        </a:rPr>
                        <a:t>Missed early contact</a:t>
                      </a:r>
                    </a:p>
                  </a:txBody>
                  <a:tcPr marL="171450" marR="142875" marT="133350" marB="114300" anchor="ctr">
                    <a:lnL w="6668">
                      <a:solidFill>
                        <a:srgbClr val="D4DCDA"/>
                      </a:solidFill>
                      <a:prstDash val="solid"/>
                    </a:lnL>
                    <a:lnR w="6668">
                      <a:solidFill>
                        <a:srgbClr val="D4DCDA"/>
                      </a:solidFill>
                      <a:prstDash val="solid"/>
                    </a:lnR>
                    <a:lnB w="6668">
                      <a:solidFill>
                        <a:srgbClr val="D4DCDA"/>
                      </a:solidFill>
                      <a:prstDash val="solid"/>
                    </a:lnB>
                    <a:solidFill>
                      <a:srgbClr val="ECEFEC"/>
                    </a:solidFill>
                  </a:tcPr>
                </a:tc>
                <a:tc>
                  <a:txBody>
                    <a:bodyPr/>
                    <a:lstStyle/>
                    <a:p>
                      <a:r>
                        <a:rPr sz="1725" b="0">
                          <a:solidFill>
                            <a:srgbClr val="172B3A"/>
                          </a:solidFill>
                          <a:latin typeface="Arial"/>
                          <a:ea typeface="Arial"/>
                          <a:cs typeface="Arial"/>
                        </a:rPr>
                        <a:t>0.418</a:t>
                      </a:r>
                    </a:p>
                  </a:txBody>
                  <a:tcPr marL="171450" marR="142875" marT="133350" marB="114300" anchor="ctr">
                    <a:lnR w="6668">
                      <a:solidFill>
                        <a:srgbClr val="D4DCDA"/>
                      </a:solidFill>
                      <a:prstDash val="solid"/>
                    </a:lnR>
                    <a:lnB w="6668">
                      <a:solidFill>
                        <a:srgbClr val="D4DCDA"/>
                      </a:solidFill>
                      <a:prstDash val="solid"/>
                    </a:lnB>
                    <a:solidFill>
                      <a:srgbClr val="ECEFEC"/>
                    </a:solidFill>
                  </a:tcPr>
                </a:tc>
              </a:tr>
              <a:tr h="541564">
                <a:tc>
                  <a:txBody>
                    <a:bodyPr/>
                    <a:lstStyle/>
                    <a:p>
                      <a:r>
                        <a:rPr sz="1725" b="0">
                          <a:solidFill>
                            <a:srgbClr val="172B3A"/>
                          </a:solidFill>
                          <a:latin typeface="Arial"/>
                          <a:ea typeface="Arial"/>
                          <a:cs typeface="Arial"/>
                        </a:rPr>
                        <a:t>Missed observation</a:t>
                      </a:r>
                    </a:p>
                  </a:txBody>
                  <a:tcPr marL="171450" marR="142875" marT="133350" marB="114300" anchor="ctr">
                    <a:lnL w="6668">
                      <a:solidFill>
                        <a:srgbClr val="D4DCDA"/>
                      </a:solidFill>
                      <a:prstDash val="solid"/>
                    </a:lnL>
                    <a:lnR w="6668">
                      <a:solidFill>
                        <a:srgbClr val="D4DCDA"/>
                      </a:solidFill>
                      <a:prstDash val="solid"/>
                    </a:lnR>
                    <a:lnB w="6668">
                      <a:solidFill>
                        <a:srgbClr val="D4DCDA"/>
                      </a:solidFill>
                      <a:prstDash val="solid"/>
                    </a:lnB>
                    <a:solidFill>
                      <a:srgbClr val="F7F6F2"/>
                    </a:solidFill>
                  </a:tcPr>
                </a:tc>
                <a:tc>
                  <a:txBody>
                    <a:bodyPr/>
                    <a:lstStyle/>
                    <a:p>
                      <a:r>
                        <a:rPr sz="1725" b="0">
                          <a:solidFill>
                            <a:srgbClr val="172B3A"/>
                          </a:solidFill>
                          <a:latin typeface="Arial"/>
                          <a:ea typeface="Arial"/>
                          <a:cs typeface="Arial"/>
                        </a:rPr>
                        <a:t>0.800</a:t>
                      </a:r>
                    </a:p>
                  </a:txBody>
                  <a:tcPr marL="171450" marR="142875" marT="133350" marB="114300" anchor="ctr">
                    <a:lnR w="6668">
                      <a:solidFill>
                        <a:srgbClr val="D4DCDA"/>
                      </a:solidFill>
                      <a:prstDash val="solid"/>
                    </a:lnR>
                    <a:lnB w="6668">
                      <a:solidFill>
                        <a:srgbClr val="D4DCDA"/>
                      </a:solidFill>
                      <a:prstDash val="solid"/>
                    </a:lnB>
                    <a:solidFill>
                      <a:srgbClr val="F7F6F2"/>
                    </a:solidFill>
                  </a:tcPr>
                </a:tc>
              </a:tr>
              <a:tr h="541564">
                <a:tc>
                  <a:txBody>
                    <a:bodyPr/>
                    <a:lstStyle/>
                    <a:p>
                      <a:r>
                        <a:rPr sz="1725" b="0">
                          <a:solidFill>
                            <a:srgbClr val="172B3A"/>
                          </a:solidFill>
                          <a:latin typeface="Arial"/>
                          <a:ea typeface="Arial"/>
                          <a:cs typeface="Arial"/>
                        </a:rPr>
                        <a:t>Missed science contact</a:t>
                      </a:r>
                    </a:p>
                  </a:txBody>
                  <a:tcPr marL="171450" marR="142875" marT="133350" marB="114300" anchor="ctr">
                    <a:lnL w="6668">
                      <a:solidFill>
                        <a:srgbClr val="D4DCDA"/>
                      </a:solidFill>
                      <a:prstDash val="solid"/>
                    </a:lnL>
                    <a:lnR w="6668">
                      <a:solidFill>
                        <a:srgbClr val="D4DCDA"/>
                      </a:solidFill>
                      <a:prstDash val="solid"/>
                    </a:lnR>
                    <a:lnB w="6668">
                      <a:solidFill>
                        <a:srgbClr val="D4DCDA"/>
                      </a:solidFill>
                      <a:prstDash val="solid"/>
                    </a:lnB>
                    <a:solidFill>
                      <a:srgbClr val="ECEFEC"/>
                    </a:solidFill>
                  </a:tcPr>
                </a:tc>
                <a:tc>
                  <a:txBody>
                    <a:bodyPr/>
                    <a:lstStyle/>
                    <a:p>
                      <a:r>
                        <a:rPr sz="1725" b="0">
                          <a:solidFill>
                            <a:srgbClr val="172B3A"/>
                          </a:solidFill>
                          <a:latin typeface="Arial"/>
                          <a:ea typeface="Arial"/>
                          <a:cs typeface="Arial"/>
                        </a:rPr>
                        <a:t>0.609</a:t>
                      </a:r>
                    </a:p>
                  </a:txBody>
                  <a:tcPr marL="171450" marR="142875" marT="133350" marB="114300" anchor="ctr">
                    <a:lnR w="6668">
                      <a:solidFill>
                        <a:srgbClr val="D4DCDA"/>
                      </a:solidFill>
                      <a:prstDash val="solid"/>
                    </a:lnR>
                    <a:lnB w="6668">
                      <a:solidFill>
                        <a:srgbClr val="D4DCDA"/>
                      </a:solidFill>
                      <a:prstDash val="solid"/>
                    </a:lnB>
                    <a:solidFill>
                      <a:srgbClr val="ECEFEC"/>
                    </a:solidFill>
                  </a:tcPr>
                </a:tc>
              </a:tr>
              <a:tr h="541564">
                <a:tc>
                  <a:txBody>
                    <a:bodyPr/>
                    <a:lstStyle/>
                    <a:p>
                      <a:r>
                        <a:rPr sz="1725" b="0">
                          <a:solidFill>
                            <a:srgbClr val="172B3A"/>
                          </a:solidFill>
                          <a:latin typeface="Arial"/>
                          <a:ea typeface="Arial"/>
                          <a:cs typeface="Arial"/>
                        </a:rPr>
                        <a:t>Forged science inventory</a:t>
                      </a:r>
                    </a:p>
                  </a:txBody>
                  <a:tcPr marL="171450" marR="142875" marT="133350" marB="114300" anchor="ctr">
                    <a:lnL w="6668">
                      <a:solidFill>
                        <a:srgbClr val="D4DCDA"/>
                      </a:solidFill>
                      <a:prstDash val="solid"/>
                    </a:lnL>
                    <a:lnR w="6668">
                      <a:solidFill>
                        <a:srgbClr val="D4DCDA"/>
                      </a:solidFill>
                      <a:prstDash val="solid"/>
                    </a:lnR>
                    <a:lnB w="6668">
                      <a:solidFill>
                        <a:srgbClr val="D4DCDA"/>
                      </a:solidFill>
                      <a:prstDash val="solid"/>
                    </a:lnB>
                    <a:solidFill>
                      <a:srgbClr val="F7F6F2"/>
                    </a:solidFill>
                  </a:tcPr>
                </a:tc>
                <a:tc>
                  <a:txBody>
                    <a:bodyPr/>
                    <a:lstStyle/>
                    <a:p>
                      <a:r>
                        <a:rPr sz="1725" b="0">
                          <a:solidFill>
                            <a:srgbClr val="172B3A"/>
                          </a:solidFill>
                          <a:latin typeface="Arial"/>
                          <a:ea typeface="Arial"/>
                          <a:cs typeface="Arial"/>
                        </a:rPr>
                        <a:t>0.521</a:t>
                      </a:r>
                    </a:p>
                  </a:txBody>
                  <a:tcPr marL="171450" marR="142875" marT="133350" marB="114300" anchor="ctr">
                    <a:lnR w="6668">
                      <a:solidFill>
                        <a:srgbClr val="D4DCDA"/>
                      </a:solidFill>
                      <a:prstDash val="solid"/>
                    </a:lnR>
                    <a:lnB w="6668">
                      <a:solidFill>
                        <a:srgbClr val="D4DCDA"/>
                      </a:solidFill>
                      <a:prstDash val="solid"/>
                    </a:lnB>
                    <a:solidFill>
                      <a:srgbClr val="F7F6F2"/>
                    </a:solidFill>
                  </a:tcPr>
                </a:tc>
              </a:tr>
            </a:tbl>
          </a:graphicData>
        </a:graphic>
      </p:graphicFrame>
      <p:sp>
        <p:nvSpPr>
          <p:cNvPr id="7" name="">
            <a:extLst xmlns:a="http://schemas.openxmlformats.org/drawingml/2006/main">
              <a:ext uri="{FF2B5EF4-FFF2-40B4-BE49-F238E27FC236}">
                <a16:creationId xmlns:a16="http://schemas.microsoft.com/office/drawing/2014/main" id="{F121D435-1ED4-4AE2-9A76-DE37C5F9B658}"/>
              </a:ext>
            </a:extLst>
          </p:cNvPr>
          <p:cNvSpPr>
            <a:spLocks xmlns:a="http://schemas.openxmlformats.org/drawingml/2006/main" noGrp="1"/>
          </p:cNvSpPr>
          <p:nvPr/>
        </p:nvSpPr>
        <p:spPr>
          <a:xfrm xmlns:a="http://schemas.openxmlformats.org/drawingml/2006/main">
            <a:off x="685800" y="5953125"/>
            <a:ext cx="10668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60717A"/>
                </a:solidFill>
                <a:latin typeface="Arial"/>
                <a:ea typeface="Arial"/>
                <a:cs typeface="Arial"/>
              </a:defRPr>
            </a:defPPr>
            <a:lvl1pPr>
              <a:defRPr sz="1500" b="0">
                <a:solidFill>
                  <a:srgbClr val="60717A"/>
                </a:solidFill>
                <a:latin typeface="Arial"/>
                <a:ea typeface="Arial"/>
                <a:cs typeface="Arial"/>
              </a:defRPr>
            </a:lvl1pPr>
            <a:lvl2pPr>
              <a:defRPr sz="1500" b="0">
                <a:solidFill>
                  <a:srgbClr val="60717A"/>
                </a:solidFill>
                <a:latin typeface="Arial"/>
                <a:ea typeface="Arial"/>
                <a:cs typeface="Arial"/>
              </a:defRPr>
            </a:lvl2pPr>
            <a:lvl3pPr>
              <a:defRPr sz="1500" b="0">
                <a:solidFill>
                  <a:srgbClr val="60717A"/>
                </a:solidFill>
                <a:latin typeface="Arial"/>
                <a:ea typeface="Arial"/>
                <a:cs typeface="Arial"/>
              </a:defRPr>
            </a:lvl3pPr>
            <a:lvl4pPr>
              <a:defRPr sz="1500" b="0">
                <a:solidFill>
                  <a:srgbClr val="60717A"/>
                </a:solidFill>
                <a:latin typeface="Arial"/>
                <a:ea typeface="Arial"/>
                <a:cs typeface="Arial"/>
              </a:defRPr>
            </a:lvl4pPr>
            <a:lvl5pPr>
              <a:defRPr sz="1500" b="0">
                <a:solidFill>
                  <a:srgbClr val="60717A"/>
                </a:solidFill>
                <a:latin typeface="Arial"/>
                <a:ea typeface="Arial"/>
                <a:cs typeface="Arial"/>
              </a:defRPr>
            </a:lvl5pPr>
            <a:lvl6pPr>
              <a:defRPr sz="1500" b="0">
                <a:solidFill>
                  <a:srgbClr val="60717A"/>
                </a:solidFill>
                <a:latin typeface="Arial"/>
                <a:ea typeface="Arial"/>
                <a:cs typeface="Arial"/>
              </a:defRPr>
            </a:lvl6pPr>
            <a:lvl7pPr>
              <a:defRPr sz="1500" b="0">
                <a:solidFill>
                  <a:srgbClr val="60717A"/>
                </a:solidFill>
                <a:latin typeface="Arial"/>
                <a:ea typeface="Arial"/>
                <a:cs typeface="Arial"/>
              </a:defRPr>
            </a:lvl7pPr>
            <a:lvl8pPr>
              <a:defRPr sz="1500" b="0">
                <a:solidFill>
                  <a:srgbClr val="60717A"/>
                </a:solidFill>
                <a:latin typeface="Arial"/>
                <a:ea typeface="Arial"/>
                <a:cs typeface="Arial"/>
              </a:defRPr>
            </a:lvl8pPr>
            <a:lvl9pPr>
              <a:defRPr sz="1500" b="0">
                <a:solidFill>
                  <a:srgbClr val="60717A"/>
                </a:solidFill>
                <a:latin typeface="Arial"/>
                <a:ea typeface="Arial"/>
                <a:cs typeface="Arial"/>
              </a:defRPr>
            </a:lvl9pPr>
          </a:lstStyle>
          <a:p xmlns:a="http://schemas.openxmlformats.org/drawingml/2006/main">
            <a:pPr>
              <a:defRPr sz="1500" b="0">
                <a:solidFill>
                  <a:srgbClr val="60717A"/>
                </a:solidFill>
                <a:latin typeface="Arial"/>
                <a:ea typeface="Arial"/>
                <a:cs typeface="Arial"/>
              </a:defRPr>
            </a:pPr>
            <a:r>
              <a:rPr sz="1500" b="0">
                <a:solidFill>
                  <a:srgbClr val="60717A"/>
                </a:solidFill>
                <a:latin typeface="Arial"/>
                <a:ea typeface="Arial"/>
                <a:cs typeface="Arial"/>
              </a:rPr>
              <a:t>Docker and the host kernel remain trusted.</a:t>
            </a:r>
          </a:p>
        </p:txBody>
      </p:sp>
    </p:spTree>
    <p:extLst>
      <p:ext uri="{BB962C8B-B14F-4D97-AF65-F5344CB8AC3E}">
        <p14:creationId xmlns:p14="http://schemas.microsoft.com/office/powerpoint/2010/main" val="1237770775"/>
      </p:ext>
    </p:extLst>
  </p:cSld>
</p:sld>
</file>

<file path=ppt/slides/slide8.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9F00E8C-686C-48C3-BB2B-F8602001FA57}"/>
              </a:ext>
            </a:extLst>
          </p:cNvPr>
          <p:cNvSpPr>
            <a:spLocks xmlns:a="http://schemas.openxmlformats.org/drawingml/2006/main" noGrp="1"/>
          </p:cNvSpPr>
          <p:nvPr/>
        </p:nvSpPr>
        <p:spPr>
          <a:xfrm xmlns:a="http://schemas.openxmlformats.org/drawingml/2006/main">
            <a:off x="685800" y="638175"/>
            <a:ext cx="108204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172B3A"/>
                </a:solidFill>
                <a:latin typeface="Arial"/>
                <a:ea typeface="Arial"/>
                <a:cs typeface="Arial"/>
              </a:defRPr>
            </a:defPPr>
            <a:lvl1pPr>
              <a:defRPr sz="3225" b="1">
                <a:solidFill>
                  <a:srgbClr val="172B3A"/>
                </a:solidFill>
                <a:latin typeface="Arial"/>
                <a:ea typeface="Arial"/>
                <a:cs typeface="Arial"/>
              </a:defRPr>
            </a:lvl1pPr>
            <a:lvl2pPr>
              <a:defRPr sz="3225" b="1">
                <a:solidFill>
                  <a:srgbClr val="172B3A"/>
                </a:solidFill>
                <a:latin typeface="Arial"/>
                <a:ea typeface="Arial"/>
                <a:cs typeface="Arial"/>
              </a:defRPr>
            </a:lvl2pPr>
            <a:lvl3pPr>
              <a:defRPr sz="3225" b="1">
                <a:solidFill>
                  <a:srgbClr val="172B3A"/>
                </a:solidFill>
                <a:latin typeface="Arial"/>
                <a:ea typeface="Arial"/>
                <a:cs typeface="Arial"/>
              </a:defRPr>
            </a:lvl3pPr>
            <a:lvl4pPr>
              <a:defRPr sz="3225" b="1">
                <a:solidFill>
                  <a:srgbClr val="172B3A"/>
                </a:solidFill>
                <a:latin typeface="Arial"/>
                <a:ea typeface="Arial"/>
                <a:cs typeface="Arial"/>
              </a:defRPr>
            </a:lvl4pPr>
            <a:lvl5pPr>
              <a:defRPr sz="3225" b="1">
                <a:solidFill>
                  <a:srgbClr val="172B3A"/>
                </a:solidFill>
                <a:latin typeface="Arial"/>
                <a:ea typeface="Arial"/>
                <a:cs typeface="Arial"/>
              </a:defRPr>
            </a:lvl5pPr>
            <a:lvl6pPr>
              <a:defRPr sz="3225" b="1">
                <a:solidFill>
                  <a:srgbClr val="172B3A"/>
                </a:solidFill>
                <a:latin typeface="Arial"/>
                <a:ea typeface="Arial"/>
                <a:cs typeface="Arial"/>
              </a:defRPr>
            </a:lvl6pPr>
            <a:lvl7pPr>
              <a:defRPr sz="3225" b="1">
                <a:solidFill>
                  <a:srgbClr val="172B3A"/>
                </a:solidFill>
                <a:latin typeface="Arial"/>
                <a:ea typeface="Arial"/>
                <a:cs typeface="Arial"/>
              </a:defRPr>
            </a:lvl7pPr>
            <a:lvl8pPr>
              <a:defRPr sz="3225" b="1">
                <a:solidFill>
                  <a:srgbClr val="172B3A"/>
                </a:solidFill>
                <a:latin typeface="Arial"/>
                <a:ea typeface="Arial"/>
                <a:cs typeface="Arial"/>
              </a:defRPr>
            </a:lvl8pPr>
            <a:lvl9pPr>
              <a:defRPr sz="3225" b="1">
                <a:solidFill>
                  <a:srgbClr val="172B3A"/>
                </a:solidFill>
                <a:latin typeface="Arial"/>
                <a:ea typeface="Arial"/>
                <a:cs typeface="Arial"/>
              </a:defRPr>
            </a:lvl9pPr>
          </a:lstStyle>
          <a:p xmlns:a="http://schemas.openxmlformats.org/drawingml/2006/main">
            <a:pPr>
              <a:defRPr sz="3225" b="1">
                <a:solidFill>
                  <a:srgbClr val="172B3A"/>
                </a:solidFill>
                <a:latin typeface="Arial"/>
                <a:ea typeface="Arial"/>
                <a:cs typeface="Arial"/>
              </a:defRPr>
            </a:pPr>
            <a:r>
              <a:rPr sz="3225" b="1">
                <a:solidFill>
                  <a:srgbClr val="172B3A"/>
                </a:solidFill>
                <a:latin typeface="Arial"/>
                <a:ea typeface="Arial"/>
                <a:cs typeface="Arial"/>
              </a:rPr>
              <a:t>Validation on the final source</a:t>
            </a:r>
          </a:p>
        </p:txBody>
      </p:sp>
      <p:sp>
        <p:nvSpPr>
          <p:cNvPr id="2" name="">
            <a:extLst xmlns:a="http://schemas.openxmlformats.org/drawingml/2006/main">
              <a:ext uri="{FF2B5EF4-FFF2-40B4-BE49-F238E27FC236}">
                <a16:creationId xmlns:a16="http://schemas.microsoft.com/office/drawing/2014/main" id="{CB3185E4-2C34-47CE-BD7D-FAD391C49EB6}"/>
              </a:ext>
            </a:extLst>
          </p:cNvPr>
          <p:cNvSpPr>
            <a:spLocks xmlns:a="http://schemas.openxmlformats.org/drawingml/2006/main" noGrp="1"/>
          </p:cNvSpPr>
          <p:nvPr/>
        </p:nvSpPr>
        <p:spPr>
          <a:xfrm xmlns:a="http://schemas.openxmlformats.org/drawingml/2006/main">
            <a:off x="685800" y="6381750"/>
            <a:ext cx="33337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1">
                <a:solidFill>
                  <a:srgbClr val="60717A"/>
                </a:solidFill>
                <a:latin typeface="Arial"/>
                <a:ea typeface="Arial"/>
                <a:cs typeface="Arial"/>
              </a:defRPr>
            </a:defPPr>
            <a:lvl1pPr>
              <a:defRPr sz="1050" b="1">
                <a:solidFill>
                  <a:srgbClr val="60717A"/>
                </a:solidFill>
                <a:latin typeface="Arial"/>
                <a:ea typeface="Arial"/>
                <a:cs typeface="Arial"/>
              </a:defRPr>
            </a:lvl1pPr>
            <a:lvl2pPr>
              <a:defRPr sz="1050" b="1">
                <a:solidFill>
                  <a:srgbClr val="60717A"/>
                </a:solidFill>
                <a:latin typeface="Arial"/>
                <a:ea typeface="Arial"/>
                <a:cs typeface="Arial"/>
              </a:defRPr>
            </a:lvl2pPr>
            <a:lvl3pPr>
              <a:defRPr sz="1050" b="1">
                <a:solidFill>
                  <a:srgbClr val="60717A"/>
                </a:solidFill>
                <a:latin typeface="Arial"/>
                <a:ea typeface="Arial"/>
                <a:cs typeface="Arial"/>
              </a:defRPr>
            </a:lvl3pPr>
            <a:lvl4pPr>
              <a:defRPr sz="1050" b="1">
                <a:solidFill>
                  <a:srgbClr val="60717A"/>
                </a:solidFill>
                <a:latin typeface="Arial"/>
                <a:ea typeface="Arial"/>
                <a:cs typeface="Arial"/>
              </a:defRPr>
            </a:lvl4pPr>
            <a:lvl5pPr>
              <a:defRPr sz="1050" b="1">
                <a:solidFill>
                  <a:srgbClr val="60717A"/>
                </a:solidFill>
                <a:latin typeface="Arial"/>
                <a:ea typeface="Arial"/>
                <a:cs typeface="Arial"/>
              </a:defRPr>
            </a:lvl5pPr>
            <a:lvl6pPr>
              <a:defRPr sz="1050" b="1">
                <a:solidFill>
                  <a:srgbClr val="60717A"/>
                </a:solidFill>
                <a:latin typeface="Arial"/>
                <a:ea typeface="Arial"/>
                <a:cs typeface="Arial"/>
              </a:defRPr>
            </a:lvl6pPr>
            <a:lvl7pPr>
              <a:defRPr sz="1050" b="1">
                <a:solidFill>
                  <a:srgbClr val="60717A"/>
                </a:solidFill>
                <a:latin typeface="Arial"/>
                <a:ea typeface="Arial"/>
                <a:cs typeface="Arial"/>
              </a:defRPr>
            </a:lvl7pPr>
            <a:lvl8pPr>
              <a:defRPr sz="1050" b="1">
                <a:solidFill>
                  <a:srgbClr val="60717A"/>
                </a:solidFill>
                <a:latin typeface="Arial"/>
                <a:ea typeface="Arial"/>
                <a:cs typeface="Arial"/>
              </a:defRPr>
            </a:lvl8pPr>
            <a:lvl9pPr>
              <a:defRPr sz="1050" b="1">
                <a:solidFill>
                  <a:srgbClr val="60717A"/>
                </a:solidFill>
                <a:latin typeface="Arial"/>
                <a:ea typeface="Arial"/>
                <a:cs typeface="Arial"/>
              </a:defRPr>
            </a:lvl9pPr>
          </a:lstStyle>
          <a:p xmlns:a="http://schemas.openxmlformats.org/drawingml/2006/main">
            <a:pPr>
              <a:defRPr sz="1050" b="1">
                <a:solidFill>
                  <a:srgbClr val="60717A"/>
                </a:solidFill>
                <a:latin typeface="Arial"/>
                <a:ea typeface="Arial"/>
                <a:cs typeface="Arial"/>
              </a:defRPr>
            </a:pPr>
            <a:r>
              <a:rPr sz="1050" b="1">
                <a:solidFill>
                  <a:srgbClr val="60717A"/>
                </a:solidFill>
                <a:latin typeface="Arial"/>
                <a:ea typeface="Arial"/>
                <a:cs typeface="Arial"/>
              </a:rPr>
              <a:t>ASTRO</a:t>
            </a:r>
          </a:p>
        </p:txBody>
      </p:sp>
      <p:sp>
        <p:nvSpPr>
          <p:cNvPr id="3" name="">
            <a:extLst xmlns:a="http://schemas.openxmlformats.org/drawingml/2006/main">
              <a:ext uri="{FF2B5EF4-FFF2-40B4-BE49-F238E27FC236}">
                <a16:creationId xmlns:a16="http://schemas.microsoft.com/office/drawing/2014/main" id="{1E1DFFA8-5410-4A2D-867F-980F8390FA00}"/>
              </a:ext>
            </a:extLst>
          </p:cNvPr>
          <p:cNvSpPr>
            <a:spLocks xmlns:a="http://schemas.openxmlformats.org/drawingml/2006/main" noGrp="1"/>
          </p:cNvSpPr>
          <p:nvPr/>
        </p:nvSpPr>
        <p:spPr>
          <a:xfrm xmlns:a="http://schemas.openxmlformats.org/drawingml/2006/main">
            <a:off x="11182350" y="6381750"/>
            <a:ext cx="333375"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0">
                <a:solidFill>
                  <a:srgbClr val="60717A"/>
                </a:solidFill>
                <a:latin typeface="Arial"/>
                <a:ea typeface="Arial"/>
                <a:cs typeface="Arial"/>
              </a:defRPr>
            </a:defPPr>
            <a:lvl1pPr>
              <a:defRPr sz="1050" b="0">
                <a:solidFill>
                  <a:srgbClr val="60717A"/>
                </a:solidFill>
                <a:latin typeface="Arial"/>
                <a:ea typeface="Arial"/>
                <a:cs typeface="Arial"/>
              </a:defRPr>
            </a:lvl1pPr>
            <a:lvl2pPr>
              <a:defRPr sz="1050" b="0">
                <a:solidFill>
                  <a:srgbClr val="60717A"/>
                </a:solidFill>
                <a:latin typeface="Arial"/>
                <a:ea typeface="Arial"/>
                <a:cs typeface="Arial"/>
              </a:defRPr>
            </a:lvl2pPr>
            <a:lvl3pPr>
              <a:defRPr sz="1050" b="0">
                <a:solidFill>
                  <a:srgbClr val="60717A"/>
                </a:solidFill>
                <a:latin typeface="Arial"/>
                <a:ea typeface="Arial"/>
                <a:cs typeface="Arial"/>
              </a:defRPr>
            </a:lvl3pPr>
            <a:lvl4pPr>
              <a:defRPr sz="1050" b="0">
                <a:solidFill>
                  <a:srgbClr val="60717A"/>
                </a:solidFill>
                <a:latin typeface="Arial"/>
                <a:ea typeface="Arial"/>
                <a:cs typeface="Arial"/>
              </a:defRPr>
            </a:lvl4pPr>
            <a:lvl5pPr>
              <a:defRPr sz="1050" b="0">
                <a:solidFill>
                  <a:srgbClr val="60717A"/>
                </a:solidFill>
                <a:latin typeface="Arial"/>
                <a:ea typeface="Arial"/>
                <a:cs typeface="Arial"/>
              </a:defRPr>
            </a:lvl5pPr>
            <a:lvl6pPr>
              <a:defRPr sz="1050" b="0">
                <a:solidFill>
                  <a:srgbClr val="60717A"/>
                </a:solidFill>
                <a:latin typeface="Arial"/>
                <a:ea typeface="Arial"/>
                <a:cs typeface="Arial"/>
              </a:defRPr>
            </a:lvl6pPr>
            <a:lvl7pPr>
              <a:defRPr sz="1050" b="0">
                <a:solidFill>
                  <a:srgbClr val="60717A"/>
                </a:solidFill>
                <a:latin typeface="Arial"/>
                <a:ea typeface="Arial"/>
                <a:cs typeface="Arial"/>
              </a:defRPr>
            </a:lvl7pPr>
            <a:lvl8pPr>
              <a:defRPr sz="1050" b="0">
                <a:solidFill>
                  <a:srgbClr val="60717A"/>
                </a:solidFill>
                <a:latin typeface="Arial"/>
                <a:ea typeface="Arial"/>
                <a:cs typeface="Arial"/>
              </a:defRPr>
            </a:lvl8pPr>
            <a:lvl9pPr>
              <a:defRPr sz="1050" b="0">
                <a:solidFill>
                  <a:srgbClr val="60717A"/>
                </a:solidFill>
                <a:latin typeface="Arial"/>
                <a:ea typeface="Arial"/>
                <a:cs typeface="Arial"/>
              </a:defRPr>
            </a:lvl9pPr>
          </a:lstStyle>
          <a:p xmlns:a="http://schemas.openxmlformats.org/drawingml/2006/main">
            <a:pPr>
              <a:defRPr sz="1050" b="0">
                <a:solidFill>
                  <a:srgbClr val="60717A"/>
                </a:solidFill>
                <a:latin typeface="Arial"/>
                <a:ea typeface="Arial"/>
                <a:cs typeface="Arial"/>
              </a:defRPr>
            </a:pPr>
            <a:r>
              <a:rPr sz="1050" b="0">
                <a:solidFill>
                  <a:srgbClr val="60717A"/>
                </a:solidFill>
                <a:latin typeface="Arial"/>
                <a:ea typeface="Arial"/>
                <a:cs typeface="Arial"/>
              </a:rPr>
              <a:t>08</a:t>
            </a:r>
          </a:p>
        </p:txBody>
      </p:sp>
      <p:sp>
        <p:nvSpPr>
          <p:cNvPr id="4" name="">
            <a:extLst xmlns:a="http://schemas.openxmlformats.org/drawingml/2006/main">
              <a:ext uri="{FF2B5EF4-FFF2-40B4-BE49-F238E27FC236}">
                <a16:creationId xmlns:a16="http://schemas.microsoft.com/office/drawing/2014/main" id="{35140257-746C-4DD7-8F92-FD26F9A43A98}"/>
              </a:ext>
            </a:extLst>
          </p:cNvPr>
          <p:cNvSpPr>
            <a:spLocks xmlns:a="http://schemas.openxmlformats.org/drawingml/2006/main" noGrp="1"/>
          </p:cNvSpPr>
          <p:nvPr/>
        </p:nvSpPr>
        <p:spPr>
          <a:xfrm xmlns:a="http://schemas.openxmlformats.org/drawingml/2006/main">
            <a:off x="685800" y="1990725"/>
            <a:ext cx="37147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200" b="1">
                <a:solidFill>
                  <a:srgbClr val="C85D37"/>
                </a:solidFill>
                <a:latin typeface="Arial"/>
                <a:ea typeface="Arial"/>
                <a:cs typeface="Arial"/>
              </a:defRPr>
            </a:defPPr>
            <a:lvl1pPr>
              <a:defRPr sz="7200" b="1">
                <a:solidFill>
                  <a:srgbClr val="C85D37"/>
                </a:solidFill>
                <a:latin typeface="Arial"/>
                <a:ea typeface="Arial"/>
                <a:cs typeface="Arial"/>
              </a:defRPr>
            </a:lvl1pPr>
            <a:lvl2pPr>
              <a:defRPr sz="7200" b="1">
                <a:solidFill>
                  <a:srgbClr val="C85D37"/>
                </a:solidFill>
                <a:latin typeface="Arial"/>
                <a:ea typeface="Arial"/>
                <a:cs typeface="Arial"/>
              </a:defRPr>
            </a:lvl2pPr>
            <a:lvl3pPr>
              <a:defRPr sz="7200" b="1">
                <a:solidFill>
                  <a:srgbClr val="C85D37"/>
                </a:solidFill>
                <a:latin typeface="Arial"/>
                <a:ea typeface="Arial"/>
                <a:cs typeface="Arial"/>
              </a:defRPr>
            </a:lvl3pPr>
            <a:lvl4pPr>
              <a:defRPr sz="7200" b="1">
                <a:solidFill>
                  <a:srgbClr val="C85D37"/>
                </a:solidFill>
                <a:latin typeface="Arial"/>
                <a:ea typeface="Arial"/>
                <a:cs typeface="Arial"/>
              </a:defRPr>
            </a:lvl4pPr>
            <a:lvl5pPr>
              <a:defRPr sz="7200" b="1">
                <a:solidFill>
                  <a:srgbClr val="C85D37"/>
                </a:solidFill>
                <a:latin typeface="Arial"/>
                <a:ea typeface="Arial"/>
                <a:cs typeface="Arial"/>
              </a:defRPr>
            </a:lvl5pPr>
            <a:lvl6pPr>
              <a:defRPr sz="7200" b="1">
                <a:solidFill>
                  <a:srgbClr val="C85D37"/>
                </a:solidFill>
                <a:latin typeface="Arial"/>
                <a:ea typeface="Arial"/>
                <a:cs typeface="Arial"/>
              </a:defRPr>
            </a:lvl6pPr>
            <a:lvl7pPr>
              <a:defRPr sz="7200" b="1">
                <a:solidFill>
                  <a:srgbClr val="C85D37"/>
                </a:solidFill>
                <a:latin typeface="Arial"/>
                <a:ea typeface="Arial"/>
                <a:cs typeface="Arial"/>
              </a:defRPr>
            </a:lvl7pPr>
            <a:lvl8pPr>
              <a:defRPr sz="7200" b="1">
                <a:solidFill>
                  <a:srgbClr val="C85D37"/>
                </a:solidFill>
                <a:latin typeface="Arial"/>
                <a:ea typeface="Arial"/>
                <a:cs typeface="Arial"/>
              </a:defRPr>
            </a:lvl8pPr>
            <a:lvl9pPr>
              <a:defRPr sz="7200" b="1">
                <a:solidFill>
                  <a:srgbClr val="C85D37"/>
                </a:solidFill>
                <a:latin typeface="Arial"/>
                <a:ea typeface="Arial"/>
                <a:cs typeface="Arial"/>
              </a:defRPr>
            </a:lvl9pPr>
          </a:lstStyle>
          <a:p xmlns:a="http://schemas.openxmlformats.org/drawingml/2006/main">
            <a:pPr>
              <a:defRPr sz="7200" b="1">
                <a:solidFill>
                  <a:srgbClr val="C85D37"/>
                </a:solidFill>
                <a:latin typeface="Arial"/>
                <a:ea typeface="Arial"/>
                <a:cs typeface="Arial"/>
              </a:defRPr>
            </a:pPr>
            <a:r>
              <a:rPr sz="7200" b="1">
                <a:solidFill>
                  <a:srgbClr val="C85D37"/>
                </a:solidFill>
                <a:latin typeface="Arial"/>
                <a:ea typeface="Arial"/>
                <a:cs typeface="Arial"/>
              </a:rPr>
              <a:t>474</a:t>
            </a:r>
          </a:p>
        </p:txBody>
      </p:sp>
      <p:sp>
        <p:nvSpPr>
          <p:cNvPr id="5" name="">
            <a:extLst xmlns:a="http://schemas.openxmlformats.org/drawingml/2006/main">
              <a:ext uri="{FF2B5EF4-FFF2-40B4-BE49-F238E27FC236}">
                <a16:creationId xmlns:a16="http://schemas.microsoft.com/office/drawing/2014/main" id="{9F21A351-2D33-412F-AC2C-5C123F0B977C}"/>
              </a:ext>
            </a:extLst>
          </p:cNvPr>
          <p:cNvSpPr>
            <a:spLocks xmlns:a="http://schemas.openxmlformats.org/drawingml/2006/main" noGrp="1"/>
          </p:cNvSpPr>
          <p:nvPr/>
        </p:nvSpPr>
        <p:spPr>
          <a:xfrm xmlns:a="http://schemas.openxmlformats.org/drawingml/2006/main">
            <a:off x="685800" y="3343275"/>
            <a:ext cx="378142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172B3A"/>
                </a:solidFill>
                <a:latin typeface="Arial"/>
                <a:ea typeface="Arial"/>
                <a:cs typeface="Arial"/>
              </a:defRPr>
            </a:defPPr>
            <a:lvl1pPr>
              <a:defRPr sz="2100" b="1">
                <a:solidFill>
                  <a:srgbClr val="172B3A"/>
                </a:solidFill>
                <a:latin typeface="Arial"/>
                <a:ea typeface="Arial"/>
                <a:cs typeface="Arial"/>
              </a:defRPr>
            </a:lvl1pPr>
            <a:lvl2pPr>
              <a:defRPr sz="2100" b="1">
                <a:solidFill>
                  <a:srgbClr val="172B3A"/>
                </a:solidFill>
                <a:latin typeface="Arial"/>
                <a:ea typeface="Arial"/>
                <a:cs typeface="Arial"/>
              </a:defRPr>
            </a:lvl2pPr>
            <a:lvl3pPr>
              <a:defRPr sz="2100" b="1">
                <a:solidFill>
                  <a:srgbClr val="172B3A"/>
                </a:solidFill>
                <a:latin typeface="Arial"/>
                <a:ea typeface="Arial"/>
                <a:cs typeface="Arial"/>
              </a:defRPr>
            </a:lvl3pPr>
            <a:lvl4pPr>
              <a:defRPr sz="2100" b="1">
                <a:solidFill>
                  <a:srgbClr val="172B3A"/>
                </a:solidFill>
                <a:latin typeface="Arial"/>
                <a:ea typeface="Arial"/>
                <a:cs typeface="Arial"/>
              </a:defRPr>
            </a:lvl4pPr>
            <a:lvl5pPr>
              <a:defRPr sz="2100" b="1">
                <a:solidFill>
                  <a:srgbClr val="172B3A"/>
                </a:solidFill>
                <a:latin typeface="Arial"/>
                <a:ea typeface="Arial"/>
                <a:cs typeface="Arial"/>
              </a:defRPr>
            </a:lvl5pPr>
            <a:lvl6pPr>
              <a:defRPr sz="2100" b="1">
                <a:solidFill>
                  <a:srgbClr val="172B3A"/>
                </a:solidFill>
                <a:latin typeface="Arial"/>
                <a:ea typeface="Arial"/>
                <a:cs typeface="Arial"/>
              </a:defRPr>
            </a:lvl6pPr>
            <a:lvl7pPr>
              <a:defRPr sz="2100" b="1">
                <a:solidFill>
                  <a:srgbClr val="172B3A"/>
                </a:solidFill>
                <a:latin typeface="Arial"/>
                <a:ea typeface="Arial"/>
                <a:cs typeface="Arial"/>
              </a:defRPr>
            </a:lvl7pPr>
            <a:lvl8pPr>
              <a:defRPr sz="2100" b="1">
                <a:solidFill>
                  <a:srgbClr val="172B3A"/>
                </a:solidFill>
                <a:latin typeface="Arial"/>
                <a:ea typeface="Arial"/>
                <a:cs typeface="Arial"/>
              </a:defRPr>
            </a:lvl8pPr>
            <a:lvl9pPr>
              <a:defRPr sz="2100" b="1">
                <a:solidFill>
                  <a:srgbClr val="172B3A"/>
                </a:solidFill>
                <a:latin typeface="Arial"/>
                <a:ea typeface="Arial"/>
                <a:cs typeface="Arial"/>
              </a:defRPr>
            </a:lvl9pPr>
          </a:lstStyle>
          <a:p xmlns:a="http://schemas.openxmlformats.org/drawingml/2006/main">
            <a:pPr>
              <a:defRPr sz="2100" b="1">
                <a:solidFill>
                  <a:srgbClr val="172B3A"/>
                </a:solidFill>
                <a:latin typeface="Arial"/>
                <a:ea typeface="Arial"/>
                <a:cs typeface="Arial"/>
              </a:defRPr>
            </a:pPr>
            <a:r>
              <a:rPr sz="2100" b="1">
                <a:solidFill>
                  <a:srgbClr val="172B3A"/>
                </a:solidFill>
                <a:latin typeface="Arial"/>
                <a:ea typeface="Arial"/>
                <a:cs typeface="Arial"/>
              </a:rPr>
              <a:t>mission expectations passed</a:t>
            </a:r>
          </a:p>
        </p:txBody>
      </p:sp>
      <p:sp>
        <p:nvSpPr>
          <p:cNvPr id="6" name="">
            <a:extLst xmlns:a="http://schemas.openxmlformats.org/drawingml/2006/main">
              <a:ext uri="{FF2B5EF4-FFF2-40B4-BE49-F238E27FC236}">
                <a16:creationId xmlns:a16="http://schemas.microsoft.com/office/drawing/2014/main" id="{1550166B-93A7-495D-9A87-1F816F1638C6}"/>
              </a:ext>
            </a:extLst>
          </p:cNvPr>
          <p:cNvSpPr>
            <a:spLocks xmlns:a="http://schemas.openxmlformats.org/drawingml/2006/main" noGrp="1"/>
          </p:cNvSpPr>
          <p:nvPr/>
        </p:nvSpPr>
        <p:spPr>
          <a:xfrm xmlns:a="http://schemas.openxmlformats.org/drawingml/2006/main">
            <a:off x="685800" y="4476750"/>
            <a:ext cx="38100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0">
                <a:solidFill>
                  <a:srgbClr val="60717A"/>
                </a:solidFill>
                <a:latin typeface="Arial"/>
                <a:ea typeface="Arial"/>
                <a:cs typeface="Arial"/>
              </a:defRPr>
            </a:defPPr>
            <a:lvl1pPr>
              <a:defRPr sz="1875" b="0">
                <a:solidFill>
                  <a:srgbClr val="60717A"/>
                </a:solidFill>
                <a:latin typeface="Arial"/>
                <a:ea typeface="Arial"/>
                <a:cs typeface="Arial"/>
              </a:defRPr>
            </a:lvl1pPr>
            <a:lvl2pPr>
              <a:defRPr sz="1875" b="0">
                <a:solidFill>
                  <a:srgbClr val="60717A"/>
                </a:solidFill>
                <a:latin typeface="Arial"/>
                <a:ea typeface="Arial"/>
                <a:cs typeface="Arial"/>
              </a:defRPr>
            </a:lvl2pPr>
            <a:lvl3pPr>
              <a:defRPr sz="1875" b="0">
                <a:solidFill>
                  <a:srgbClr val="60717A"/>
                </a:solidFill>
                <a:latin typeface="Arial"/>
                <a:ea typeface="Arial"/>
                <a:cs typeface="Arial"/>
              </a:defRPr>
            </a:lvl3pPr>
            <a:lvl4pPr>
              <a:defRPr sz="1875" b="0">
                <a:solidFill>
                  <a:srgbClr val="60717A"/>
                </a:solidFill>
                <a:latin typeface="Arial"/>
                <a:ea typeface="Arial"/>
                <a:cs typeface="Arial"/>
              </a:defRPr>
            </a:lvl4pPr>
            <a:lvl5pPr>
              <a:defRPr sz="1875" b="0">
                <a:solidFill>
                  <a:srgbClr val="60717A"/>
                </a:solidFill>
                <a:latin typeface="Arial"/>
                <a:ea typeface="Arial"/>
                <a:cs typeface="Arial"/>
              </a:defRPr>
            </a:lvl5pPr>
            <a:lvl6pPr>
              <a:defRPr sz="1875" b="0">
                <a:solidFill>
                  <a:srgbClr val="60717A"/>
                </a:solidFill>
                <a:latin typeface="Arial"/>
                <a:ea typeface="Arial"/>
                <a:cs typeface="Arial"/>
              </a:defRPr>
            </a:lvl6pPr>
            <a:lvl7pPr>
              <a:defRPr sz="1875" b="0">
                <a:solidFill>
                  <a:srgbClr val="60717A"/>
                </a:solidFill>
                <a:latin typeface="Arial"/>
                <a:ea typeface="Arial"/>
                <a:cs typeface="Arial"/>
              </a:defRPr>
            </a:lvl7pPr>
            <a:lvl8pPr>
              <a:defRPr sz="1875" b="0">
                <a:solidFill>
                  <a:srgbClr val="60717A"/>
                </a:solidFill>
                <a:latin typeface="Arial"/>
                <a:ea typeface="Arial"/>
                <a:cs typeface="Arial"/>
              </a:defRPr>
            </a:lvl8pPr>
            <a:lvl9pPr>
              <a:defRPr sz="1875" b="0">
                <a:solidFill>
                  <a:srgbClr val="60717A"/>
                </a:solidFill>
                <a:latin typeface="Arial"/>
                <a:ea typeface="Arial"/>
                <a:cs typeface="Arial"/>
              </a:defRPr>
            </a:lvl9pPr>
          </a:lstStyle>
          <a:p xmlns:a="http://schemas.openxmlformats.org/drawingml/2006/main">
            <a:pPr>
              <a:defRPr sz="1875" b="0">
                <a:solidFill>
                  <a:srgbClr val="60717A"/>
                </a:solidFill>
                <a:latin typeface="Arial"/>
                <a:ea typeface="Arial"/>
                <a:cs typeface="Arial"/>
              </a:defRPr>
            </a:pPr>
            <a:r>
              <a:rPr sz="1875" b="0">
                <a:solidFill>
                  <a:srgbClr val="60717A"/>
                </a:solidFill>
                <a:latin typeface="Arial"/>
                <a:ea typeface="Arial"/>
                <a:cs typeface="Arial"/>
              </a:rPr>
              <a:t>80 feasible plans succeed.</a:t>
            </a:r>
          </a:p>
          <a:p xmlns:a="http://schemas.openxmlformats.org/drawingml/2006/main">
            <a:pPr>
              <a:defRPr sz="1875" b="0">
                <a:solidFill>
                  <a:srgbClr val="60717A"/>
                </a:solidFill>
                <a:latin typeface="Arial"/>
                <a:ea typeface="Arial"/>
                <a:cs typeface="Arial"/>
              </a:defRPr>
            </a:pPr>
            <a:r>
              <a:rPr sz="1875" b="0">
                <a:solidFill>
                  <a:srgbClr val="60717A"/>
                </a:solidFill>
                <a:latin typeface="Arial"/>
                <a:ea typeface="Arial"/>
                <a:cs typeface="Arial"/>
              </a:rPr>
              <a:t>394 invalid choices are rejected.</a:t>
            </a:r>
          </a:p>
        </p:txBody>
      </p:sp>
      <p:graphicFrame>
        <p:nvGraphicFramePr>
          <p:cNvPr id="7" name="">
            <a:extLst xmlns:a="http://schemas.openxmlformats.org/drawingml/2006/main">
              <a:ext uri="{FF2B5EF4-FFF2-40B4-BE49-F238E27FC236}">
                <a16:creationId xmlns:a16="http://schemas.microsoft.com/office/drawing/2014/main" id="{0240C158-23D7-4F84-8A53-C4DD2EBB8578}"/>
              </a:ext>
            </a:extLst>
          </p:cNvPr>
          <p:cNvGraphicFramePr/>
          <p:nvPr/>
        </p:nvGraphicFramePr>
        <p:xfrm>
          <a:off xmlns:a="http://schemas.openxmlformats.org/drawingml/2006/main" x="4953000" y="2057400"/>
          <a:ext xmlns:a="http://schemas.openxmlformats.org/drawingml/2006/main" cx="6553200" cy="3343275"/>
        </p:xfrm>
        <a:graphic xmlns:a="http://schemas.openxmlformats.org/drawingml/2006/main">
          <a:graphicData uri="http://schemas.openxmlformats.org/drawingml/2006/table">
            <a:tbl>
              <a:tblPr/>
              <a:tblGrid>
                <a:gridCol w="4057650"/>
                <a:gridCol w="2495550"/>
              </a:tblGrid>
              <a:tr h="668655">
                <a:tc>
                  <a:txBody>
                    <a:bodyPr/>
                    <a:lstStyle/>
                    <a:p>
                      <a:r>
                        <a:rPr sz="1500" b="1">
                          <a:solidFill>
                            <a:srgbClr val="FFFFFF"/>
                          </a:solidFill>
                          <a:latin typeface="Arial"/>
                          <a:ea typeface="Arial"/>
                          <a:cs typeface="Arial"/>
                        </a:rPr>
                        <a:t>Check</a:t>
                      </a:r>
                    </a:p>
                  </a:txBody>
                  <a:tcPr marL="171450" marR="142875" marT="133350" marB="114300" anchor="ctr">
                    <a:lnL w="6668">
                      <a:solidFill>
                        <a:srgbClr val="D4DCDA"/>
                      </a:solidFill>
                      <a:prstDash val="solid"/>
                    </a:lnL>
                    <a:lnR w="6668">
                      <a:solidFill>
                        <a:srgbClr val="D4DCDA"/>
                      </a:solidFill>
                      <a:prstDash val="solid"/>
                    </a:lnR>
                    <a:lnT w="6668">
                      <a:solidFill>
                        <a:srgbClr val="D4DCDA"/>
                      </a:solidFill>
                      <a:prstDash val="solid"/>
                    </a:lnT>
                    <a:lnB w="6668">
                      <a:solidFill>
                        <a:srgbClr val="D4DCDA"/>
                      </a:solidFill>
                      <a:prstDash val="solid"/>
                    </a:lnB>
                    <a:solidFill>
                      <a:srgbClr val="172B3A"/>
                    </a:solidFill>
                  </a:tcPr>
                </a:tc>
                <a:tc>
                  <a:txBody>
                    <a:bodyPr/>
                    <a:lstStyle/>
                    <a:p>
                      <a:r>
                        <a:rPr sz="1500" b="1">
                          <a:solidFill>
                            <a:srgbClr val="FFFFFF"/>
                          </a:solidFill>
                          <a:latin typeface="Arial"/>
                          <a:ea typeface="Arial"/>
                          <a:cs typeface="Arial"/>
                        </a:rPr>
                        <a:t>Observed result</a:t>
                      </a:r>
                    </a:p>
                  </a:txBody>
                  <a:tcPr marL="171450" marR="142875" marT="133350" marB="114300" anchor="ctr">
                    <a:lnR w="6668">
                      <a:solidFill>
                        <a:srgbClr val="D4DCDA"/>
                      </a:solidFill>
                      <a:prstDash val="solid"/>
                    </a:lnR>
                    <a:lnT w="6668">
                      <a:solidFill>
                        <a:srgbClr val="D4DCDA"/>
                      </a:solidFill>
                      <a:prstDash val="solid"/>
                    </a:lnT>
                    <a:lnB w="6668">
                      <a:solidFill>
                        <a:srgbClr val="D4DCDA"/>
                      </a:solidFill>
                      <a:prstDash val="solid"/>
                    </a:lnB>
                    <a:solidFill>
                      <a:srgbClr val="172B3A"/>
                    </a:solidFill>
                  </a:tcPr>
                </a:tc>
              </a:tr>
              <a:tr h="668655">
                <a:tc>
                  <a:txBody>
                    <a:bodyPr/>
                    <a:lstStyle/>
                    <a:p>
                      <a:r>
                        <a:rPr sz="1800" b="0">
                          <a:solidFill>
                            <a:srgbClr val="172B3A"/>
                          </a:solidFill>
                          <a:latin typeface="Arial"/>
                          <a:ea typeface="Arial"/>
                          <a:cs typeface="Arial"/>
                        </a:rPr>
                        <a:t>Linux regression tests</a:t>
                      </a:r>
                    </a:p>
                  </a:txBody>
                  <a:tcPr marL="171450" marR="142875" marT="133350" marB="114300" anchor="ctr">
                    <a:lnL w="6668">
                      <a:solidFill>
                        <a:srgbClr val="D4DCDA"/>
                      </a:solidFill>
                      <a:prstDash val="solid"/>
                    </a:lnL>
                    <a:lnR w="6668">
                      <a:solidFill>
                        <a:srgbClr val="D4DCDA"/>
                      </a:solidFill>
                      <a:prstDash val="solid"/>
                    </a:lnR>
                    <a:lnB w="6668">
                      <a:solidFill>
                        <a:srgbClr val="D4DCDA"/>
                      </a:solidFill>
                      <a:prstDash val="solid"/>
                    </a:lnB>
                    <a:solidFill>
                      <a:srgbClr val="ECEFEC"/>
                    </a:solidFill>
                  </a:tcPr>
                </a:tc>
                <a:tc>
                  <a:txBody>
                    <a:bodyPr/>
                    <a:lstStyle/>
                    <a:p>
                      <a:r>
                        <a:rPr sz="1800" b="0">
                          <a:solidFill>
                            <a:srgbClr val="172B3A"/>
                          </a:solidFill>
                          <a:latin typeface="Arial"/>
                          <a:ea typeface="Arial"/>
                          <a:cs typeface="Arial"/>
                        </a:rPr>
                        <a:t>150 passed</a:t>
                      </a:r>
                    </a:p>
                  </a:txBody>
                  <a:tcPr marL="171450" marR="142875" marT="133350" marB="114300" anchor="ctr">
                    <a:lnR w="6668">
                      <a:solidFill>
                        <a:srgbClr val="D4DCDA"/>
                      </a:solidFill>
                      <a:prstDash val="solid"/>
                    </a:lnR>
                    <a:lnB w="6668">
                      <a:solidFill>
                        <a:srgbClr val="D4DCDA"/>
                      </a:solidFill>
                      <a:prstDash val="solid"/>
                    </a:lnB>
                    <a:solidFill>
                      <a:srgbClr val="ECEFEC"/>
                    </a:solidFill>
                  </a:tcPr>
                </a:tc>
              </a:tr>
              <a:tr h="668655">
                <a:tc>
                  <a:txBody>
                    <a:bodyPr/>
                    <a:lstStyle/>
                    <a:p>
                      <a:r>
                        <a:rPr sz="1800" b="0">
                          <a:solidFill>
                            <a:srgbClr val="172B3A"/>
                          </a:solidFill>
                          <a:latin typeface="Arial"/>
                          <a:ea typeface="Arial"/>
                          <a:cs typeface="Arial"/>
                        </a:rPr>
                        <a:t>Actual-container isolation</a:t>
                      </a:r>
                    </a:p>
                  </a:txBody>
                  <a:tcPr marL="171450" marR="142875" marT="133350" marB="114300" anchor="ctr">
                    <a:lnL w="6668">
                      <a:solidFill>
                        <a:srgbClr val="D4DCDA"/>
                      </a:solidFill>
                      <a:prstDash val="solid"/>
                    </a:lnL>
                    <a:lnR w="6668">
                      <a:solidFill>
                        <a:srgbClr val="D4DCDA"/>
                      </a:solidFill>
                      <a:prstDash val="solid"/>
                    </a:lnR>
                    <a:lnB w="6668">
                      <a:solidFill>
                        <a:srgbClr val="D4DCDA"/>
                      </a:solidFill>
                      <a:prstDash val="solid"/>
                    </a:lnB>
                    <a:solidFill>
                      <a:srgbClr val="F7F6F2"/>
                    </a:solidFill>
                  </a:tcPr>
                </a:tc>
                <a:tc>
                  <a:txBody>
                    <a:bodyPr/>
                    <a:lstStyle/>
                    <a:p>
                      <a:r>
                        <a:rPr sz="1800" b="0">
                          <a:solidFill>
                            <a:srgbClr val="172B3A"/>
                          </a:solidFill>
                          <a:latin typeface="Arial"/>
                          <a:ea typeface="Arial"/>
                          <a:cs typeface="Arial"/>
                        </a:rPr>
                        <a:t>12 passed</a:t>
                      </a:r>
                    </a:p>
                  </a:txBody>
                  <a:tcPr marL="171450" marR="142875" marT="133350" marB="114300" anchor="ctr">
                    <a:lnR w="6668">
                      <a:solidFill>
                        <a:srgbClr val="D4DCDA"/>
                      </a:solidFill>
                      <a:prstDash val="solid"/>
                    </a:lnR>
                    <a:lnB w="6668">
                      <a:solidFill>
                        <a:srgbClr val="D4DCDA"/>
                      </a:solidFill>
                      <a:prstDash val="solid"/>
                    </a:lnB>
                    <a:solidFill>
                      <a:srgbClr val="F7F6F2"/>
                    </a:solidFill>
                  </a:tcPr>
                </a:tc>
              </a:tr>
              <a:tr h="668655">
                <a:tc>
                  <a:txBody>
                    <a:bodyPr/>
                    <a:lstStyle/>
                    <a:p>
                      <a:r>
                        <a:rPr sz="1800" b="0">
                          <a:solidFill>
                            <a:srgbClr val="172B3A"/>
                          </a:solidFill>
                          <a:latin typeface="Arial"/>
                          <a:ea typeface="Arial"/>
                          <a:cs typeface="Arial"/>
                        </a:rPr>
                        <a:t>Reference / no-op gates</a:t>
                      </a:r>
                    </a:p>
                  </a:txBody>
                  <a:tcPr marL="171450" marR="142875" marT="133350" marB="114300" anchor="ctr">
                    <a:lnL w="6668">
                      <a:solidFill>
                        <a:srgbClr val="D4DCDA"/>
                      </a:solidFill>
                      <a:prstDash val="solid"/>
                    </a:lnL>
                    <a:lnR w="6668">
                      <a:solidFill>
                        <a:srgbClr val="D4DCDA"/>
                      </a:solidFill>
                      <a:prstDash val="solid"/>
                    </a:lnR>
                    <a:lnB w="6668">
                      <a:solidFill>
                        <a:srgbClr val="D4DCDA"/>
                      </a:solidFill>
                      <a:prstDash val="solid"/>
                    </a:lnB>
                    <a:solidFill>
                      <a:srgbClr val="ECEFEC"/>
                    </a:solidFill>
                  </a:tcPr>
                </a:tc>
                <a:tc>
                  <a:txBody>
                    <a:bodyPr/>
                    <a:lstStyle/>
                    <a:p>
                      <a:r>
                        <a:rPr sz="1800" b="0">
                          <a:solidFill>
                            <a:srgbClr val="172B3A"/>
                          </a:solidFill>
                          <a:latin typeface="Arial"/>
                          <a:ea typeface="Arial"/>
                          <a:cs typeface="Arial"/>
                        </a:rPr>
                        <a:t>9 / 9 passed</a:t>
                      </a:r>
                    </a:p>
                  </a:txBody>
                  <a:tcPr marL="171450" marR="142875" marT="133350" marB="114300" anchor="ctr">
                    <a:lnR w="6668">
                      <a:solidFill>
                        <a:srgbClr val="D4DCDA"/>
                      </a:solidFill>
                      <a:prstDash val="solid"/>
                    </a:lnR>
                    <a:lnB w="6668">
                      <a:solidFill>
                        <a:srgbClr val="D4DCDA"/>
                      </a:solidFill>
                      <a:prstDash val="solid"/>
                    </a:lnB>
                    <a:solidFill>
                      <a:srgbClr val="ECEFEC"/>
                    </a:solidFill>
                  </a:tcPr>
                </a:tc>
              </a:tr>
              <a:tr h="668655">
                <a:tc>
                  <a:txBody>
                    <a:bodyPr/>
                    <a:lstStyle/>
                    <a:p>
                      <a:r>
                        <a:rPr sz="1800" b="0">
                          <a:solidFill>
                            <a:srgbClr val="172B3A"/>
                          </a:solidFill>
                          <a:latin typeface="Arial"/>
                          <a:ea typeface="Arial"/>
                          <a:cs typeface="Arial"/>
                        </a:rPr>
                        <a:t>Clean Docker build</a:t>
                      </a:r>
                    </a:p>
                  </a:txBody>
                  <a:tcPr marL="171450" marR="142875" marT="133350" marB="114300" anchor="ctr">
                    <a:lnL w="6668">
                      <a:solidFill>
                        <a:srgbClr val="D4DCDA"/>
                      </a:solidFill>
                      <a:prstDash val="solid"/>
                    </a:lnL>
                    <a:lnR w="6668">
                      <a:solidFill>
                        <a:srgbClr val="D4DCDA"/>
                      </a:solidFill>
                      <a:prstDash val="solid"/>
                    </a:lnR>
                    <a:lnB w="6668">
                      <a:solidFill>
                        <a:srgbClr val="D4DCDA"/>
                      </a:solidFill>
                      <a:prstDash val="solid"/>
                    </a:lnB>
                    <a:solidFill>
                      <a:srgbClr val="F7F6F2"/>
                    </a:solidFill>
                  </a:tcPr>
                </a:tc>
                <a:tc>
                  <a:txBody>
                    <a:bodyPr/>
                    <a:lstStyle/>
                    <a:p>
                      <a:r>
                        <a:rPr sz="1800" b="0">
                          <a:solidFill>
                            <a:srgbClr val="172B3A"/>
                          </a:solidFill>
                          <a:latin typeface="Arial"/>
                          <a:ea typeface="Arial"/>
                          <a:cs typeface="Arial"/>
                        </a:rPr>
                        <a:t>13.77 s of 180 s allowed</a:t>
                      </a:r>
                    </a:p>
                  </a:txBody>
                  <a:tcPr marL="171450" marR="142875" marT="133350" marB="114300" anchor="ctr">
                    <a:lnR w="6668">
                      <a:solidFill>
                        <a:srgbClr val="D4DCDA"/>
                      </a:solidFill>
                      <a:prstDash val="solid"/>
                    </a:lnR>
                    <a:lnB w="6668">
                      <a:solidFill>
                        <a:srgbClr val="D4DCDA"/>
                      </a:solidFill>
                      <a:prstDash val="solid"/>
                    </a:lnB>
                    <a:solidFill>
                      <a:srgbClr val="F7F6F2"/>
                    </a:solidFill>
                  </a:tcPr>
                </a:tc>
              </a:tr>
            </a:tbl>
          </a:graphicData>
        </a:graphic>
      </p:graphicFrame>
      <p:sp>
        <p:nvSpPr>
          <p:cNvPr id="8" name="">
            <a:extLst xmlns:a="http://schemas.openxmlformats.org/drawingml/2006/main">
              <a:ext uri="{FF2B5EF4-FFF2-40B4-BE49-F238E27FC236}">
                <a16:creationId xmlns:a16="http://schemas.microsoft.com/office/drawing/2014/main" id="{36E36394-7923-4013-8806-B226A7B2704E}"/>
              </a:ext>
            </a:extLst>
          </p:cNvPr>
          <p:cNvSpPr>
            <a:spLocks xmlns:a="http://schemas.openxmlformats.org/drawingml/2006/main" noGrp="1"/>
          </p:cNvSpPr>
          <p:nvPr/>
        </p:nvSpPr>
        <p:spPr>
          <a:xfrm xmlns:a="http://schemas.openxmlformats.org/drawingml/2006/main">
            <a:off x="4953000" y="5743575"/>
            <a:ext cx="6572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1">
                <a:solidFill>
                  <a:srgbClr val="20776D"/>
                </a:solidFill>
                <a:latin typeface="Arial"/>
                <a:ea typeface="Arial"/>
                <a:cs typeface="Arial"/>
              </a:defRPr>
            </a:defPPr>
            <a:lvl1pPr>
              <a:defRPr sz="1725" b="1">
                <a:solidFill>
                  <a:srgbClr val="20776D"/>
                </a:solidFill>
                <a:latin typeface="Arial"/>
                <a:ea typeface="Arial"/>
                <a:cs typeface="Arial"/>
              </a:defRPr>
            </a:lvl1pPr>
            <a:lvl2pPr>
              <a:defRPr sz="1725" b="1">
                <a:solidFill>
                  <a:srgbClr val="20776D"/>
                </a:solidFill>
                <a:latin typeface="Arial"/>
                <a:ea typeface="Arial"/>
                <a:cs typeface="Arial"/>
              </a:defRPr>
            </a:lvl2pPr>
            <a:lvl3pPr>
              <a:defRPr sz="1725" b="1">
                <a:solidFill>
                  <a:srgbClr val="20776D"/>
                </a:solidFill>
                <a:latin typeface="Arial"/>
                <a:ea typeface="Arial"/>
                <a:cs typeface="Arial"/>
              </a:defRPr>
            </a:lvl3pPr>
            <a:lvl4pPr>
              <a:defRPr sz="1725" b="1">
                <a:solidFill>
                  <a:srgbClr val="20776D"/>
                </a:solidFill>
                <a:latin typeface="Arial"/>
                <a:ea typeface="Arial"/>
                <a:cs typeface="Arial"/>
              </a:defRPr>
            </a:lvl4pPr>
            <a:lvl5pPr>
              <a:defRPr sz="1725" b="1">
                <a:solidFill>
                  <a:srgbClr val="20776D"/>
                </a:solidFill>
                <a:latin typeface="Arial"/>
                <a:ea typeface="Arial"/>
                <a:cs typeface="Arial"/>
              </a:defRPr>
            </a:lvl5pPr>
            <a:lvl6pPr>
              <a:defRPr sz="1725" b="1">
                <a:solidFill>
                  <a:srgbClr val="20776D"/>
                </a:solidFill>
                <a:latin typeface="Arial"/>
                <a:ea typeface="Arial"/>
                <a:cs typeface="Arial"/>
              </a:defRPr>
            </a:lvl6pPr>
            <a:lvl7pPr>
              <a:defRPr sz="1725" b="1">
                <a:solidFill>
                  <a:srgbClr val="20776D"/>
                </a:solidFill>
                <a:latin typeface="Arial"/>
                <a:ea typeface="Arial"/>
                <a:cs typeface="Arial"/>
              </a:defRPr>
            </a:lvl7pPr>
            <a:lvl8pPr>
              <a:defRPr sz="1725" b="1">
                <a:solidFill>
                  <a:srgbClr val="20776D"/>
                </a:solidFill>
                <a:latin typeface="Arial"/>
                <a:ea typeface="Arial"/>
                <a:cs typeface="Arial"/>
              </a:defRPr>
            </a:lvl8pPr>
            <a:lvl9pPr>
              <a:defRPr sz="1725" b="1">
                <a:solidFill>
                  <a:srgbClr val="20776D"/>
                </a:solidFill>
                <a:latin typeface="Arial"/>
                <a:ea typeface="Arial"/>
                <a:cs typeface="Arial"/>
              </a:defRPr>
            </a:lvl9pPr>
          </a:lstStyle>
          <a:p xmlns:a="http://schemas.openxmlformats.org/drawingml/2006/main">
            <a:pPr>
              <a:defRPr sz="1725" b="1">
                <a:solidFill>
                  <a:srgbClr val="20776D"/>
                </a:solidFill>
                <a:latin typeface="Arial"/>
                <a:ea typeface="Arial"/>
                <a:cs typeface="Arial"/>
              </a:defRPr>
            </a:pPr>
            <a:r>
              <a:rPr sz="1725" b="1">
                <a:solidFill>
                  <a:srgbClr val="20776D"/>
                </a:solidFill>
                <a:latin typeface="Arial"/>
                <a:ea typeface="Arial"/>
                <a:cs typeface="Arial"/>
              </a:rPr>
              <a:t>GitHub CI passed on the submitted main commit.</a:t>
            </a:r>
          </a:p>
        </p:txBody>
      </p:sp>
    </p:spTree>
    <p:extLst>
      <p:ext uri="{BB962C8B-B14F-4D97-AF65-F5344CB8AC3E}">
        <p14:creationId xmlns:p14="http://schemas.microsoft.com/office/powerpoint/2010/main" val="407147994"/>
      </p:ext>
    </p:extLst>
  </p:cSld>
</p:sld>
</file>

<file path=ppt/slides/slide9.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C2180FF-5540-489D-AAFC-2C0C9BEAAC5D}"/>
              </a:ext>
            </a:extLst>
          </p:cNvPr>
          <p:cNvSpPr>
            <a:spLocks xmlns:a="http://schemas.openxmlformats.org/drawingml/2006/main" noGrp="1"/>
          </p:cNvSpPr>
          <p:nvPr/>
        </p:nvSpPr>
        <p:spPr>
          <a:xfrm xmlns:a="http://schemas.openxmlformats.org/drawingml/2006/main">
            <a:off x="685800" y="638175"/>
            <a:ext cx="108204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172B3A"/>
                </a:solidFill>
                <a:latin typeface="Arial"/>
                <a:ea typeface="Arial"/>
                <a:cs typeface="Arial"/>
              </a:defRPr>
            </a:defPPr>
            <a:lvl1pPr>
              <a:defRPr sz="3225" b="1">
                <a:solidFill>
                  <a:srgbClr val="172B3A"/>
                </a:solidFill>
                <a:latin typeface="Arial"/>
                <a:ea typeface="Arial"/>
                <a:cs typeface="Arial"/>
              </a:defRPr>
            </a:lvl1pPr>
            <a:lvl2pPr>
              <a:defRPr sz="3225" b="1">
                <a:solidFill>
                  <a:srgbClr val="172B3A"/>
                </a:solidFill>
                <a:latin typeface="Arial"/>
                <a:ea typeface="Arial"/>
                <a:cs typeface="Arial"/>
              </a:defRPr>
            </a:lvl2pPr>
            <a:lvl3pPr>
              <a:defRPr sz="3225" b="1">
                <a:solidFill>
                  <a:srgbClr val="172B3A"/>
                </a:solidFill>
                <a:latin typeface="Arial"/>
                <a:ea typeface="Arial"/>
                <a:cs typeface="Arial"/>
              </a:defRPr>
            </a:lvl3pPr>
            <a:lvl4pPr>
              <a:defRPr sz="3225" b="1">
                <a:solidFill>
                  <a:srgbClr val="172B3A"/>
                </a:solidFill>
                <a:latin typeface="Arial"/>
                <a:ea typeface="Arial"/>
                <a:cs typeface="Arial"/>
              </a:defRPr>
            </a:lvl4pPr>
            <a:lvl5pPr>
              <a:defRPr sz="3225" b="1">
                <a:solidFill>
                  <a:srgbClr val="172B3A"/>
                </a:solidFill>
                <a:latin typeface="Arial"/>
                <a:ea typeface="Arial"/>
                <a:cs typeface="Arial"/>
              </a:defRPr>
            </a:lvl5pPr>
            <a:lvl6pPr>
              <a:defRPr sz="3225" b="1">
                <a:solidFill>
                  <a:srgbClr val="172B3A"/>
                </a:solidFill>
                <a:latin typeface="Arial"/>
                <a:ea typeface="Arial"/>
                <a:cs typeface="Arial"/>
              </a:defRPr>
            </a:lvl6pPr>
            <a:lvl7pPr>
              <a:defRPr sz="3225" b="1">
                <a:solidFill>
                  <a:srgbClr val="172B3A"/>
                </a:solidFill>
                <a:latin typeface="Arial"/>
                <a:ea typeface="Arial"/>
                <a:cs typeface="Arial"/>
              </a:defRPr>
            </a:lvl7pPr>
            <a:lvl8pPr>
              <a:defRPr sz="3225" b="1">
                <a:solidFill>
                  <a:srgbClr val="172B3A"/>
                </a:solidFill>
                <a:latin typeface="Arial"/>
                <a:ea typeface="Arial"/>
                <a:cs typeface="Arial"/>
              </a:defRPr>
            </a:lvl8pPr>
            <a:lvl9pPr>
              <a:defRPr sz="3225" b="1">
                <a:solidFill>
                  <a:srgbClr val="172B3A"/>
                </a:solidFill>
                <a:latin typeface="Arial"/>
                <a:ea typeface="Arial"/>
                <a:cs typeface="Arial"/>
              </a:defRPr>
            </a:lvl9pPr>
          </a:lstStyle>
          <a:p xmlns:a="http://schemas.openxmlformats.org/drawingml/2006/main">
            <a:pPr>
              <a:defRPr sz="3225" b="1">
                <a:solidFill>
                  <a:srgbClr val="172B3A"/>
                </a:solidFill>
                <a:latin typeface="Arial"/>
                <a:ea typeface="Arial"/>
                <a:cs typeface="Arial"/>
              </a:defRPr>
            </a:pPr>
            <a:r>
              <a:rPr sz="3225" b="1">
                <a:solidFill>
                  <a:srgbClr val="172B3A"/>
                </a:solidFill>
                <a:latin typeface="Arial"/>
                <a:ea typeface="Arial"/>
                <a:cs typeface="Arial"/>
              </a:rPr>
              <a:t>What the organizer model actually achieved</a:t>
            </a:r>
          </a:p>
        </p:txBody>
      </p:sp>
      <p:sp>
        <p:nvSpPr>
          <p:cNvPr id="2" name="">
            <a:extLst xmlns:a="http://schemas.openxmlformats.org/drawingml/2006/main">
              <a:ext uri="{FF2B5EF4-FFF2-40B4-BE49-F238E27FC236}">
                <a16:creationId xmlns:a16="http://schemas.microsoft.com/office/drawing/2014/main" id="{0D888665-6931-4095-9EFC-34E8DDA2DE5C}"/>
              </a:ext>
            </a:extLst>
          </p:cNvPr>
          <p:cNvSpPr>
            <a:spLocks xmlns:a="http://schemas.openxmlformats.org/drawingml/2006/main" noGrp="1"/>
          </p:cNvSpPr>
          <p:nvPr/>
        </p:nvSpPr>
        <p:spPr>
          <a:xfrm xmlns:a="http://schemas.openxmlformats.org/drawingml/2006/main">
            <a:off x="685800" y="6381750"/>
            <a:ext cx="33337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1">
                <a:solidFill>
                  <a:srgbClr val="60717A"/>
                </a:solidFill>
                <a:latin typeface="Arial"/>
                <a:ea typeface="Arial"/>
                <a:cs typeface="Arial"/>
              </a:defRPr>
            </a:defPPr>
            <a:lvl1pPr>
              <a:defRPr sz="1050" b="1">
                <a:solidFill>
                  <a:srgbClr val="60717A"/>
                </a:solidFill>
                <a:latin typeface="Arial"/>
                <a:ea typeface="Arial"/>
                <a:cs typeface="Arial"/>
              </a:defRPr>
            </a:lvl1pPr>
            <a:lvl2pPr>
              <a:defRPr sz="1050" b="1">
                <a:solidFill>
                  <a:srgbClr val="60717A"/>
                </a:solidFill>
                <a:latin typeface="Arial"/>
                <a:ea typeface="Arial"/>
                <a:cs typeface="Arial"/>
              </a:defRPr>
            </a:lvl2pPr>
            <a:lvl3pPr>
              <a:defRPr sz="1050" b="1">
                <a:solidFill>
                  <a:srgbClr val="60717A"/>
                </a:solidFill>
                <a:latin typeface="Arial"/>
                <a:ea typeface="Arial"/>
                <a:cs typeface="Arial"/>
              </a:defRPr>
            </a:lvl3pPr>
            <a:lvl4pPr>
              <a:defRPr sz="1050" b="1">
                <a:solidFill>
                  <a:srgbClr val="60717A"/>
                </a:solidFill>
                <a:latin typeface="Arial"/>
                <a:ea typeface="Arial"/>
                <a:cs typeface="Arial"/>
              </a:defRPr>
            </a:lvl4pPr>
            <a:lvl5pPr>
              <a:defRPr sz="1050" b="1">
                <a:solidFill>
                  <a:srgbClr val="60717A"/>
                </a:solidFill>
                <a:latin typeface="Arial"/>
                <a:ea typeface="Arial"/>
                <a:cs typeface="Arial"/>
              </a:defRPr>
            </a:lvl5pPr>
            <a:lvl6pPr>
              <a:defRPr sz="1050" b="1">
                <a:solidFill>
                  <a:srgbClr val="60717A"/>
                </a:solidFill>
                <a:latin typeface="Arial"/>
                <a:ea typeface="Arial"/>
                <a:cs typeface="Arial"/>
              </a:defRPr>
            </a:lvl6pPr>
            <a:lvl7pPr>
              <a:defRPr sz="1050" b="1">
                <a:solidFill>
                  <a:srgbClr val="60717A"/>
                </a:solidFill>
                <a:latin typeface="Arial"/>
                <a:ea typeface="Arial"/>
                <a:cs typeface="Arial"/>
              </a:defRPr>
            </a:lvl7pPr>
            <a:lvl8pPr>
              <a:defRPr sz="1050" b="1">
                <a:solidFill>
                  <a:srgbClr val="60717A"/>
                </a:solidFill>
                <a:latin typeface="Arial"/>
                <a:ea typeface="Arial"/>
                <a:cs typeface="Arial"/>
              </a:defRPr>
            </a:lvl8pPr>
            <a:lvl9pPr>
              <a:defRPr sz="1050" b="1">
                <a:solidFill>
                  <a:srgbClr val="60717A"/>
                </a:solidFill>
                <a:latin typeface="Arial"/>
                <a:ea typeface="Arial"/>
                <a:cs typeface="Arial"/>
              </a:defRPr>
            </a:lvl9pPr>
          </a:lstStyle>
          <a:p xmlns:a="http://schemas.openxmlformats.org/drawingml/2006/main">
            <a:pPr>
              <a:defRPr sz="1050" b="1">
                <a:solidFill>
                  <a:srgbClr val="60717A"/>
                </a:solidFill>
                <a:latin typeface="Arial"/>
                <a:ea typeface="Arial"/>
                <a:cs typeface="Arial"/>
              </a:defRPr>
            </a:pPr>
            <a:r>
              <a:rPr sz="1050" b="1">
                <a:solidFill>
                  <a:srgbClr val="60717A"/>
                </a:solidFill>
                <a:latin typeface="Arial"/>
                <a:ea typeface="Arial"/>
                <a:cs typeface="Arial"/>
              </a:rPr>
              <a:t>ASTRO</a:t>
            </a:r>
          </a:p>
        </p:txBody>
      </p:sp>
      <p:sp>
        <p:nvSpPr>
          <p:cNvPr id="3" name="">
            <a:extLst xmlns:a="http://schemas.openxmlformats.org/drawingml/2006/main">
              <a:ext uri="{FF2B5EF4-FFF2-40B4-BE49-F238E27FC236}">
                <a16:creationId xmlns:a16="http://schemas.microsoft.com/office/drawing/2014/main" id="{3C8B36A3-40E6-4F77-821F-7F5C5E92FC7C}"/>
              </a:ext>
            </a:extLst>
          </p:cNvPr>
          <p:cNvSpPr>
            <a:spLocks xmlns:a="http://schemas.openxmlformats.org/drawingml/2006/main" noGrp="1"/>
          </p:cNvSpPr>
          <p:nvPr/>
        </p:nvSpPr>
        <p:spPr>
          <a:xfrm xmlns:a="http://schemas.openxmlformats.org/drawingml/2006/main">
            <a:off x="11182350" y="6381750"/>
            <a:ext cx="333375"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0">
                <a:solidFill>
                  <a:srgbClr val="60717A"/>
                </a:solidFill>
                <a:latin typeface="Arial"/>
                <a:ea typeface="Arial"/>
                <a:cs typeface="Arial"/>
              </a:defRPr>
            </a:defPPr>
            <a:lvl1pPr>
              <a:defRPr sz="1050" b="0">
                <a:solidFill>
                  <a:srgbClr val="60717A"/>
                </a:solidFill>
                <a:latin typeface="Arial"/>
                <a:ea typeface="Arial"/>
                <a:cs typeface="Arial"/>
              </a:defRPr>
            </a:lvl1pPr>
            <a:lvl2pPr>
              <a:defRPr sz="1050" b="0">
                <a:solidFill>
                  <a:srgbClr val="60717A"/>
                </a:solidFill>
                <a:latin typeface="Arial"/>
                <a:ea typeface="Arial"/>
                <a:cs typeface="Arial"/>
              </a:defRPr>
            </a:lvl2pPr>
            <a:lvl3pPr>
              <a:defRPr sz="1050" b="0">
                <a:solidFill>
                  <a:srgbClr val="60717A"/>
                </a:solidFill>
                <a:latin typeface="Arial"/>
                <a:ea typeface="Arial"/>
                <a:cs typeface="Arial"/>
              </a:defRPr>
            </a:lvl3pPr>
            <a:lvl4pPr>
              <a:defRPr sz="1050" b="0">
                <a:solidFill>
                  <a:srgbClr val="60717A"/>
                </a:solidFill>
                <a:latin typeface="Arial"/>
                <a:ea typeface="Arial"/>
                <a:cs typeface="Arial"/>
              </a:defRPr>
            </a:lvl4pPr>
            <a:lvl5pPr>
              <a:defRPr sz="1050" b="0">
                <a:solidFill>
                  <a:srgbClr val="60717A"/>
                </a:solidFill>
                <a:latin typeface="Arial"/>
                <a:ea typeface="Arial"/>
                <a:cs typeface="Arial"/>
              </a:defRPr>
            </a:lvl5pPr>
            <a:lvl6pPr>
              <a:defRPr sz="1050" b="0">
                <a:solidFill>
                  <a:srgbClr val="60717A"/>
                </a:solidFill>
                <a:latin typeface="Arial"/>
                <a:ea typeface="Arial"/>
                <a:cs typeface="Arial"/>
              </a:defRPr>
            </a:lvl6pPr>
            <a:lvl7pPr>
              <a:defRPr sz="1050" b="0">
                <a:solidFill>
                  <a:srgbClr val="60717A"/>
                </a:solidFill>
                <a:latin typeface="Arial"/>
                <a:ea typeface="Arial"/>
                <a:cs typeface="Arial"/>
              </a:defRPr>
            </a:lvl7pPr>
            <a:lvl8pPr>
              <a:defRPr sz="1050" b="0">
                <a:solidFill>
                  <a:srgbClr val="60717A"/>
                </a:solidFill>
                <a:latin typeface="Arial"/>
                <a:ea typeface="Arial"/>
                <a:cs typeface="Arial"/>
              </a:defRPr>
            </a:lvl8pPr>
            <a:lvl9pPr>
              <a:defRPr sz="1050" b="0">
                <a:solidFill>
                  <a:srgbClr val="60717A"/>
                </a:solidFill>
                <a:latin typeface="Arial"/>
                <a:ea typeface="Arial"/>
                <a:cs typeface="Arial"/>
              </a:defRPr>
            </a:lvl9pPr>
          </a:lstStyle>
          <a:p xmlns:a="http://schemas.openxmlformats.org/drawingml/2006/main">
            <a:pPr>
              <a:defRPr sz="1050" b="0">
                <a:solidFill>
                  <a:srgbClr val="60717A"/>
                </a:solidFill>
                <a:latin typeface="Arial"/>
                <a:ea typeface="Arial"/>
                <a:cs typeface="Arial"/>
              </a:defRPr>
            </a:pPr>
            <a:r>
              <a:rPr sz="1050" b="0">
                <a:solidFill>
                  <a:srgbClr val="60717A"/>
                </a:solidFill>
                <a:latin typeface="Arial"/>
                <a:ea typeface="Arial"/>
                <a:cs typeface="Arial"/>
              </a:rPr>
              <a:t>09</a:t>
            </a:r>
          </a:p>
        </p:txBody>
      </p:sp>
      <p:sp>
        <p:nvSpPr>
          <p:cNvPr id="4" name="">
            <a:extLst xmlns:a="http://schemas.openxmlformats.org/drawingml/2006/main">
              <a:ext uri="{FF2B5EF4-FFF2-40B4-BE49-F238E27FC236}">
                <a16:creationId xmlns:a16="http://schemas.microsoft.com/office/drawing/2014/main" id="{B3A55055-D2E8-4E8D-A15B-3E48643CBAC1}"/>
              </a:ext>
            </a:extLst>
          </p:cNvPr>
          <p:cNvSpPr>
            <a:spLocks xmlns:a="http://schemas.openxmlformats.org/drawingml/2006/main" noGrp="1"/>
          </p:cNvSpPr>
          <p:nvPr/>
        </p:nvSpPr>
        <p:spPr>
          <a:xfrm xmlns:a="http://schemas.openxmlformats.org/drawingml/2006/main">
            <a:off x="685800" y="164782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b="0">
                <a:solidFill>
                  <a:srgbClr val="60717A"/>
                </a:solidFill>
                <a:latin typeface="Arial"/>
                <a:ea typeface="Arial"/>
                <a:cs typeface="Arial"/>
              </a:defRPr>
            </a:defPPr>
            <a:lvl1pPr>
              <a:defRPr sz="1575" b="0">
                <a:solidFill>
                  <a:srgbClr val="60717A"/>
                </a:solidFill>
                <a:latin typeface="Arial"/>
                <a:ea typeface="Arial"/>
                <a:cs typeface="Arial"/>
              </a:defRPr>
            </a:lvl1pPr>
            <a:lvl2pPr>
              <a:defRPr sz="1575" b="0">
                <a:solidFill>
                  <a:srgbClr val="60717A"/>
                </a:solidFill>
                <a:latin typeface="Arial"/>
                <a:ea typeface="Arial"/>
                <a:cs typeface="Arial"/>
              </a:defRPr>
            </a:lvl2pPr>
            <a:lvl3pPr>
              <a:defRPr sz="1575" b="0">
                <a:solidFill>
                  <a:srgbClr val="60717A"/>
                </a:solidFill>
                <a:latin typeface="Arial"/>
                <a:ea typeface="Arial"/>
                <a:cs typeface="Arial"/>
              </a:defRPr>
            </a:lvl3pPr>
            <a:lvl4pPr>
              <a:defRPr sz="1575" b="0">
                <a:solidFill>
                  <a:srgbClr val="60717A"/>
                </a:solidFill>
                <a:latin typeface="Arial"/>
                <a:ea typeface="Arial"/>
                <a:cs typeface="Arial"/>
              </a:defRPr>
            </a:lvl4pPr>
            <a:lvl5pPr>
              <a:defRPr sz="1575" b="0">
                <a:solidFill>
                  <a:srgbClr val="60717A"/>
                </a:solidFill>
                <a:latin typeface="Arial"/>
                <a:ea typeface="Arial"/>
                <a:cs typeface="Arial"/>
              </a:defRPr>
            </a:lvl5pPr>
            <a:lvl6pPr>
              <a:defRPr sz="1575" b="0">
                <a:solidFill>
                  <a:srgbClr val="60717A"/>
                </a:solidFill>
                <a:latin typeface="Arial"/>
                <a:ea typeface="Arial"/>
                <a:cs typeface="Arial"/>
              </a:defRPr>
            </a:lvl6pPr>
            <a:lvl7pPr>
              <a:defRPr sz="1575" b="0">
                <a:solidFill>
                  <a:srgbClr val="60717A"/>
                </a:solidFill>
                <a:latin typeface="Arial"/>
                <a:ea typeface="Arial"/>
                <a:cs typeface="Arial"/>
              </a:defRPr>
            </a:lvl7pPr>
            <a:lvl8pPr>
              <a:defRPr sz="1575" b="0">
                <a:solidFill>
                  <a:srgbClr val="60717A"/>
                </a:solidFill>
                <a:latin typeface="Arial"/>
                <a:ea typeface="Arial"/>
                <a:cs typeface="Arial"/>
              </a:defRPr>
            </a:lvl8pPr>
            <a:lvl9pPr>
              <a:defRPr sz="1575" b="0">
                <a:solidFill>
                  <a:srgbClr val="60717A"/>
                </a:solidFill>
                <a:latin typeface="Arial"/>
                <a:ea typeface="Arial"/>
                <a:cs typeface="Arial"/>
              </a:defRPr>
            </a:lvl9pPr>
          </a:lstStyle>
          <a:p xmlns:a="http://schemas.openxmlformats.org/drawingml/2006/main">
            <a:pPr>
              <a:defRPr sz="1575" b="0">
                <a:solidFill>
                  <a:srgbClr val="60717A"/>
                </a:solidFill>
                <a:latin typeface="Arial"/>
                <a:ea typeface="Arial"/>
                <a:cs typeface="Arial"/>
              </a:defRPr>
            </a:pPr>
            <a:r>
              <a:rPr sz="1575" b="0">
                <a:solidFill>
                  <a:srgbClr val="60717A"/>
                </a:solidFill>
                <a:latin typeface="Arial"/>
                <a:ea typeface="Arial"/>
                <a:cs typeface="Arial"/>
              </a:rPr>
              <a:t>gpt-6-luna, using the same model interface</a:t>
            </a:r>
          </a:p>
        </p:txBody>
      </p:sp>
      <p:graphicFrame>
        <p:nvGraphicFramePr>
          <p:cNvPr id="5" name="">
            <a:extLst xmlns:a="http://schemas.openxmlformats.org/drawingml/2006/main">
              <a:ext uri="{FF2B5EF4-FFF2-40B4-BE49-F238E27FC236}">
                <a16:creationId xmlns:a16="http://schemas.microsoft.com/office/drawing/2014/main" id="{43D762BD-4E31-457B-9A7F-347A46D0F7D8}"/>
              </a:ext>
            </a:extLst>
          </p:cNvPr>
          <p:cNvGraphicFramePr/>
          <p:nvPr/>
        </p:nvGraphicFramePr>
        <p:xfrm>
          <a:off xmlns:a="http://schemas.openxmlformats.org/drawingml/2006/main" x="685800" y="2066925"/>
          <a:ext xmlns:a="http://schemas.openxmlformats.org/drawingml/2006/main" cx="10820400" cy="3238500"/>
        </p:xfrm>
        <a:graphic xmlns:a="http://schemas.openxmlformats.org/drawingml/2006/main">
          <a:graphicData uri="http://schemas.openxmlformats.org/drawingml/2006/table">
            <a:tbl>
              <a:tblPr/>
              <a:tblGrid>
                <a:gridCol w="5219700"/>
                <a:gridCol w="2247900"/>
                <a:gridCol w="1676400"/>
                <a:gridCol w="1676400"/>
              </a:tblGrid>
              <a:tr h="647700">
                <a:tc>
                  <a:txBody>
                    <a:bodyPr/>
                    <a:lstStyle/>
                    <a:p>
                      <a:r>
                        <a:rPr sz="1500" b="1">
                          <a:solidFill>
                            <a:srgbClr val="FFFFFF"/>
                          </a:solidFill>
                          <a:latin typeface="Arial"/>
                          <a:ea typeface="Arial"/>
                          <a:cs typeface="Arial"/>
                        </a:rPr>
                        <a:t>Recorded attempt</a:t>
                      </a:r>
                    </a:p>
                  </a:txBody>
                  <a:tcPr marL="171450" marR="142875" marT="133350" marB="114300" anchor="ctr">
                    <a:lnL w="6668">
                      <a:solidFill>
                        <a:srgbClr val="D4DCDA"/>
                      </a:solidFill>
                      <a:prstDash val="solid"/>
                    </a:lnL>
                    <a:lnR w="6668">
                      <a:solidFill>
                        <a:srgbClr val="D4DCDA"/>
                      </a:solidFill>
                      <a:prstDash val="solid"/>
                    </a:lnR>
                    <a:lnT w="6668">
                      <a:solidFill>
                        <a:srgbClr val="D4DCDA"/>
                      </a:solidFill>
                      <a:prstDash val="solid"/>
                    </a:lnT>
                    <a:lnB w="6668">
                      <a:solidFill>
                        <a:srgbClr val="D4DCDA"/>
                      </a:solidFill>
                      <a:prstDash val="solid"/>
                    </a:lnB>
                    <a:solidFill>
                      <a:srgbClr val="172B3A"/>
                    </a:solidFill>
                  </a:tcPr>
                </a:tc>
                <a:tc>
                  <a:txBody>
                    <a:bodyPr/>
                    <a:lstStyle/>
                    <a:p>
                      <a:r>
                        <a:rPr sz="1500" b="1">
                          <a:solidFill>
                            <a:srgbClr val="FFFFFF"/>
                          </a:solidFill>
                          <a:latin typeface="Arial"/>
                          <a:ea typeface="Arial"/>
                          <a:cs typeface="Arial"/>
                        </a:rPr>
                        <a:t>Result</a:t>
                      </a:r>
                    </a:p>
                  </a:txBody>
                  <a:tcPr marL="171450" marR="142875" marT="133350" marB="114300" anchor="ctr">
                    <a:lnR w="6668">
                      <a:solidFill>
                        <a:srgbClr val="D4DCDA"/>
                      </a:solidFill>
                      <a:prstDash val="solid"/>
                    </a:lnR>
                    <a:lnT w="6668">
                      <a:solidFill>
                        <a:srgbClr val="D4DCDA"/>
                      </a:solidFill>
                      <a:prstDash val="solid"/>
                    </a:lnT>
                    <a:lnB w="6668">
                      <a:solidFill>
                        <a:srgbClr val="D4DCDA"/>
                      </a:solidFill>
                      <a:prstDash val="solid"/>
                    </a:lnB>
                    <a:solidFill>
                      <a:srgbClr val="172B3A"/>
                    </a:solidFill>
                  </a:tcPr>
                </a:tc>
                <a:tc>
                  <a:txBody>
                    <a:bodyPr/>
                    <a:lstStyle/>
                    <a:p>
                      <a:r>
                        <a:rPr sz="1500" b="1">
                          <a:solidFill>
                            <a:srgbClr val="FFFFFF"/>
                          </a:solidFill>
                          <a:latin typeface="Arial"/>
                          <a:ea typeface="Arial"/>
                          <a:cs typeface="Arial"/>
                        </a:rPr>
                        <a:t>Reward</a:t>
                      </a:r>
                    </a:p>
                  </a:txBody>
                  <a:tcPr marL="171450" marR="142875" marT="133350" marB="114300" anchor="ctr">
                    <a:lnR w="6668">
                      <a:solidFill>
                        <a:srgbClr val="D4DCDA"/>
                      </a:solidFill>
                      <a:prstDash val="solid"/>
                    </a:lnR>
                    <a:lnT w="6668">
                      <a:solidFill>
                        <a:srgbClr val="D4DCDA"/>
                      </a:solidFill>
                      <a:prstDash val="solid"/>
                    </a:lnT>
                    <a:lnB w="6668">
                      <a:solidFill>
                        <a:srgbClr val="D4DCDA"/>
                      </a:solidFill>
                      <a:prstDash val="solid"/>
                    </a:lnB>
                    <a:solidFill>
                      <a:srgbClr val="172B3A"/>
                    </a:solidFill>
                  </a:tcPr>
                </a:tc>
                <a:tc>
                  <a:txBody>
                    <a:bodyPr/>
                    <a:lstStyle/>
                    <a:p>
                      <a:r>
                        <a:rPr sz="1500" b="1">
                          <a:solidFill>
                            <a:srgbClr val="FFFFFF"/>
                          </a:solidFill>
                          <a:latin typeface="Arial"/>
                          <a:ea typeface="Arial"/>
                          <a:cs typeface="Arial"/>
                        </a:rPr>
                        <a:t>Replies</a:t>
                      </a:r>
                    </a:p>
                  </a:txBody>
                  <a:tcPr marL="171450" marR="142875" marT="133350" marB="114300" anchor="ctr">
                    <a:lnR w="6668">
                      <a:solidFill>
                        <a:srgbClr val="D4DCDA"/>
                      </a:solidFill>
                      <a:prstDash val="solid"/>
                    </a:lnR>
                    <a:lnT w="6668">
                      <a:solidFill>
                        <a:srgbClr val="D4DCDA"/>
                      </a:solidFill>
                      <a:prstDash val="solid"/>
                    </a:lnT>
                    <a:lnB w="6668">
                      <a:solidFill>
                        <a:srgbClr val="D4DCDA"/>
                      </a:solidFill>
                      <a:prstDash val="solid"/>
                    </a:lnB>
                    <a:solidFill>
                      <a:srgbClr val="172B3A"/>
                    </a:solidFill>
                  </a:tcPr>
                </a:tc>
              </a:tr>
              <a:tr h="647700">
                <a:tc>
                  <a:txBody>
                    <a:bodyPr/>
                    <a:lstStyle/>
                    <a:p>
                      <a:r>
                        <a:rPr sz="1875" b="0">
                          <a:solidFill>
                            <a:srgbClr val="172B3A"/>
                          </a:solidFill>
                          <a:latin typeface="Arial"/>
                          <a:ea typeface="Arial"/>
                          <a:cs typeface="Arial"/>
                        </a:rPr>
                        <a:t>EPS recovery, no append</a:t>
                      </a:r>
                    </a:p>
                  </a:txBody>
                  <a:tcPr marL="171450" marR="142875" marT="133350" marB="114300" anchor="ctr">
                    <a:lnL w="6668">
                      <a:solidFill>
                        <a:srgbClr val="D4DCDA"/>
                      </a:solidFill>
                      <a:prstDash val="solid"/>
                    </a:lnL>
                    <a:lnR w="6668">
                      <a:solidFill>
                        <a:srgbClr val="D4DCDA"/>
                      </a:solidFill>
                      <a:prstDash val="solid"/>
                    </a:lnR>
                    <a:lnB w="6668">
                      <a:solidFill>
                        <a:srgbClr val="D4DCDA"/>
                      </a:solidFill>
                      <a:prstDash val="solid"/>
                    </a:lnB>
                    <a:solidFill>
                      <a:srgbClr val="ECEFEC"/>
                    </a:solidFill>
                  </a:tcPr>
                </a:tc>
                <a:tc>
                  <a:txBody>
                    <a:bodyPr/>
                    <a:lstStyle/>
                    <a:p>
                      <a:r>
                        <a:rPr sz="1875" b="0">
                          <a:solidFill>
                            <a:srgbClr val="172B3A"/>
                          </a:solidFill>
                          <a:latin typeface="Arial"/>
                          <a:ea typeface="Arial"/>
                          <a:cs typeface="Arial"/>
                        </a:rPr>
                        <a:t>Success</a:t>
                      </a:r>
                    </a:p>
                  </a:txBody>
                  <a:tcPr marL="171450" marR="142875" marT="133350" marB="114300" anchor="ctr">
                    <a:lnR w="6668">
                      <a:solidFill>
                        <a:srgbClr val="D4DCDA"/>
                      </a:solidFill>
                      <a:prstDash val="solid"/>
                    </a:lnR>
                    <a:lnB w="6668">
                      <a:solidFill>
                        <a:srgbClr val="D4DCDA"/>
                      </a:solidFill>
                      <a:prstDash val="solid"/>
                    </a:lnB>
                    <a:solidFill>
                      <a:srgbClr val="ECEFEC"/>
                    </a:solidFill>
                  </a:tcPr>
                </a:tc>
                <a:tc>
                  <a:txBody>
                    <a:bodyPr/>
                    <a:lstStyle/>
                    <a:p>
                      <a:r>
                        <a:rPr sz="1875" b="0">
                          <a:solidFill>
                            <a:srgbClr val="172B3A"/>
                          </a:solidFill>
                          <a:latin typeface="Arial"/>
                          <a:ea typeface="Arial"/>
                          <a:cs typeface="Arial"/>
                        </a:rPr>
                        <a:t>1</a:t>
                      </a:r>
                    </a:p>
                  </a:txBody>
                  <a:tcPr marL="171450" marR="142875" marT="133350" marB="114300" anchor="ctr">
                    <a:lnR w="6668">
                      <a:solidFill>
                        <a:srgbClr val="D4DCDA"/>
                      </a:solidFill>
                      <a:prstDash val="solid"/>
                    </a:lnR>
                    <a:lnB w="6668">
                      <a:solidFill>
                        <a:srgbClr val="D4DCDA"/>
                      </a:solidFill>
                      <a:prstDash val="solid"/>
                    </a:lnB>
                    <a:solidFill>
                      <a:srgbClr val="ECEFEC"/>
                    </a:solidFill>
                  </a:tcPr>
                </a:tc>
                <a:tc>
                  <a:txBody>
                    <a:bodyPr/>
                    <a:lstStyle/>
                    <a:p>
                      <a:r>
                        <a:rPr sz="1875" b="0">
                          <a:solidFill>
                            <a:srgbClr val="172B3A"/>
                          </a:solidFill>
                          <a:latin typeface="Arial"/>
                          <a:ea typeface="Arial"/>
                          <a:cs typeface="Arial"/>
                        </a:rPr>
                        <a:t>11</a:t>
                      </a:r>
                    </a:p>
                  </a:txBody>
                  <a:tcPr marL="171450" marR="142875" marT="133350" marB="114300" anchor="ctr">
                    <a:lnR w="6668">
                      <a:solidFill>
                        <a:srgbClr val="D4DCDA"/>
                      </a:solidFill>
                      <a:prstDash val="solid"/>
                    </a:lnR>
                    <a:lnB w="6668">
                      <a:solidFill>
                        <a:srgbClr val="D4DCDA"/>
                      </a:solidFill>
                      <a:prstDash val="solid"/>
                    </a:lnB>
                    <a:solidFill>
                      <a:srgbClr val="ECEFEC"/>
                    </a:solidFill>
                  </a:tcPr>
                </a:tc>
              </a:tr>
              <a:tr h="647700">
                <a:tc>
                  <a:txBody>
                    <a:bodyPr/>
                    <a:lstStyle/>
                    <a:p>
                      <a:r>
                        <a:rPr sz="1875" b="0">
                          <a:solidFill>
                            <a:srgbClr val="172B3A"/>
                          </a:solidFill>
                          <a:latin typeface="Arial"/>
                          <a:ea typeface="Arial"/>
                          <a:cs typeface="Arial"/>
                        </a:rPr>
                        <a:t>RF energy, seed 101</a:t>
                      </a:r>
                    </a:p>
                  </a:txBody>
                  <a:tcPr marL="171450" marR="142875" marT="133350" marB="114300" anchor="ctr">
                    <a:lnL w="6668">
                      <a:solidFill>
                        <a:srgbClr val="D4DCDA"/>
                      </a:solidFill>
                      <a:prstDash val="solid"/>
                    </a:lnL>
                    <a:lnR w="6668">
                      <a:solidFill>
                        <a:srgbClr val="D4DCDA"/>
                      </a:solidFill>
                      <a:prstDash val="solid"/>
                    </a:lnR>
                    <a:lnB w="6668">
                      <a:solidFill>
                        <a:srgbClr val="D4DCDA"/>
                      </a:solidFill>
                      <a:prstDash val="solid"/>
                    </a:lnB>
                    <a:solidFill>
                      <a:srgbClr val="F7F6F2"/>
                    </a:solidFill>
                  </a:tcPr>
                </a:tc>
                <a:tc>
                  <a:txBody>
                    <a:bodyPr/>
                    <a:lstStyle/>
                    <a:p>
                      <a:r>
                        <a:rPr sz="1875" b="0">
                          <a:solidFill>
                            <a:srgbClr val="172B3A"/>
                          </a:solidFill>
                          <a:latin typeface="Arial"/>
                          <a:ea typeface="Arial"/>
                          <a:cs typeface="Arial"/>
                        </a:rPr>
                        <a:t>Success</a:t>
                      </a:r>
                    </a:p>
                  </a:txBody>
                  <a:tcPr marL="171450" marR="142875" marT="133350" marB="114300" anchor="ctr">
                    <a:lnR w="6668">
                      <a:solidFill>
                        <a:srgbClr val="D4DCDA"/>
                      </a:solidFill>
                      <a:prstDash val="solid"/>
                    </a:lnR>
                    <a:lnB w="6668">
                      <a:solidFill>
                        <a:srgbClr val="D4DCDA"/>
                      </a:solidFill>
                      <a:prstDash val="solid"/>
                    </a:lnB>
                    <a:solidFill>
                      <a:srgbClr val="F7F6F2"/>
                    </a:solidFill>
                  </a:tcPr>
                </a:tc>
                <a:tc>
                  <a:txBody>
                    <a:bodyPr/>
                    <a:lstStyle/>
                    <a:p>
                      <a:r>
                        <a:rPr sz="1875" b="0">
                          <a:solidFill>
                            <a:srgbClr val="172B3A"/>
                          </a:solidFill>
                          <a:latin typeface="Arial"/>
                          <a:ea typeface="Arial"/>
                          <a:cs typeface="Arial"/>
                        </a:rPr>
                        <a:t>1</a:t>
                      </a:r>
                    </a:p>
                  </a:txBody>
                  <a:tcPr marL="171450" marR="142875" marT="133350" marB="114300" anchor="ctr">
                    <a:lnR w="6668">
                      <a:solidFill>
                        <a:srgbClr val="D4DCDA"/>
                      </a:solidFill>
                      <a:prstDash val="solid"/>
                    </a:lnR>
                    <a:lnB w="6668">
                      <a:solidFill>
                        <a:srgbClr val="D4DCDA"/>
                      </a:solidFill>
                      <a:prstDash val="solid"/>
                    </a:lnB>
                    <a:solidFill>
                      <a:srgbClr val="F7F6F2"/>
                    </a:solidFill>
                  </a:tcPr>
                </a:tc>
                <a:tc>
                  <a:txBody>
                    <a:bodyPr/>
                    <a:lstStyle/>
                    <a:p>
                      <a:r>
                        <a:rPr sz="1875" b="0">
                          <a:solidFill>
                            <a:srgbClr val="172B3A"/>
                          </a:solidFill>
                          <a:latin typeface="Arial"/>
                          <a:ea typeface="Arial"/>
                          <a:cs typeface="Arial"/>
                        </a:rPr>
                        <a:t>11</a:t>
                      </a:r>
                    </a:p>
                  </a:txBody>
                  <a:tcPr marL="171450" marR="142875" marT="133350" marB="114300" anchor="ctr">
                    <a:lnR w="6668">
                      <a:solidFill>
                        <a:srgbClr val="D4DCDA"/>
                      </a:solidFill>
                      <a:prstDash val="solid"/>
                    </a:lnR>
                    <a:lnB w="6668">
                      <a:solidFill>
                        <a:srgbClr val="D4DCDA"/>
                      </a:solidFill>
                      <a:prstDash val="solid"/>
                    </a:lnB>
                    <a:solidFill>
                      <a:srgbClr val="F7F6F2"/>
                    </a:solidFill>
                  </a:tcPr>
                </a:tc>
              </a:tr>
              <a:tr h="647700">
                <a:tc>
                  <a:txBody>
                    <a:bodyPr/>
                    <a:lstStyle/>
                    <a:p>
                      <a:r>
                        <a:rPr sz="1875" b="0">
                          <a:solidFill>
                            <a:srgbClr val="172B3A"/>
                          </a:solidFill>
                          <a:latin typeface="Arial"/>
                          <a:ea typeface="Arial"/>
                          <a:cs typeface="Arial"/>
                        </a:rPr>
                        <a:t>Science, seed 101</a:t>
                      </a:r>
                    </a:p>
                  </a:txBody>
                  <a:tcPr marL="171450" marR="142875" marT="133350" marB="114300" anchor="ctr">
                    <a:lnL w="6668">
                      <a:solidFill>
                        <a:srgbClr val="D4DCDA"/>
                      </a:solidFill>
                      <a:prstDash val="solid"/>
                    </a:lnL>
                    <a:lnR w="6668">
                      <a:solidFill>
                        <a:srgbClr val="D4DCDA"/>
                      </a:solidFill>
                      <a:prstDash val="solid"/>
                    </a:lnR>
                    <a:lnB w="6668">
                      <a:solidFill>
                        <a:srgbClr val="D4DCDA"/>
                      </a:solidFill>
                      <a:prstDash val="solid"/>
                    </a:lnB>
                    <a:solidFill>
                      <a:srgbClr val="ECEFEC"/>
                    </a:solidFill>
                  </a:tcPr>
                </a:tc>
                <a:tc>
                  <a:txBody>
                    <a:bodyPr/>
                    <a:lstStyle/>
                    <a:p>
                      <a:r>
                        <a:rPr sz="1875" b="0">
                          <a:solidFill>
                            <a:srgbClr val="172B3A"/>
                          </a:solidFill>
                          <a:latin typeface="Arial"/>
                          <a:ea typeface="Arial"/>
                          <a:cs typeface="Arial"/>
                        </a:rPr>
                        <a:t>Success</a:t>
                      </a:r>
                    </a:p>
                  </a:txBody>
                  <a:tcPr marL="171450" marR="142875" marT="133350" marB="114300" anchor="ctr">
                    <a:lnR w="6668">
                      <a:solidFill>
                        <a:srgbClr val="D4DCDA"/>
                      </a:solidFill>
                      <a:prstDash val="solid"/>
                    </a:lnR>
                    <a:lnB w="6668">
                      <a:solidFill>
                        <a:srgbClr val="D4DCDA"/>
                      </a:solidFill>
                      <a:prstDash val="solid"/>
                    </a:lnB>
                    <a:solidFill>
                      <a:srgbClr val="ECEFEC"/>
                    </a:solidFill>
                  </a:tcPr>
                </a:tc>
                <a:tc>
                  <a:txBody>
                    <a:bodyPr/>
                    <a:lstStyle/>
                    <a:p>
                      <a:r>
                        <a:rPr sz="1875" b="0">
                          <a:solidFill>
                            <a:srgbClr val="172B3A"/>
                          </a:solidFill>
                          <a:latin typeface="Arial"/>
                          <a:ea typeface="Arial"/>
                          <a:cs typeface="Arial"/>
                        </a:rPr>
                        <a:t>1</a:t>
                      </a:r>
                    </a:p>
                  </a:txBody>
                  <a:tcPr marL="171450" marR="142875" marT="133350" marB="114300" anchor="ctr">
                    <a:lnR w="6668">
                      <a:solidFill>
                        <a:srgbClr val="D4DCDA"/>
                      </a:solidFill>
                      <a:prstDash val="solid"/>
                    </a:lnR>
                    <a:lnB w="6668">
                      <a:solidFill>
                        <a:srgbClr val="D4DCDA"/>
                      </a:solidFill>
                      <a:prstDash val="solid"/>
                    </a:lnB>
                    <a:solidFill>
                      <a:srgbClr val="ECEFEC"/>
                    </a:solidFill>
                  </a:tcPr>
                </a:tc>
                <a:tc>
                  <a:txBody>
                    <a:bodyPr/>
                    <a:lstStyle/>
                    <a:p>
                      <a:r>
                        <a:rPr sz="1875" b="0">
                          <a:solidFill>
                            <a:srgbClr val="172B3A"/>
                          </a:solidFill>
                          <a:latin typeface="Arial"/>
                          <a:ea typeface="Arial"/>
                          <a:cs typeface="Arial"/>
                        </a:rPr>
                        <a:t>28</a:t>
                      </a:r>
                    </a:p>
                  </a:txBody>
                  <a:tcPr marL="171450" marR="142875" marT="133350" marB="114300" anchor="ctr">
                    <a:lnR w="6668">
                      <a:solidFill>
                        <a:srgbClr val="D4DCDA"/>
                      </a:solidFill>
                      <a:prstDash val="solid"/>
                    </a:lnR>
                    <a:lnB w="6668">
                      <a:solidFill>
                        <a:srgbClr val="D4DCDA"/>
                      </a:solidFill>
                      <a:prstDash val="solid"/>
                    </a:lnB>
                    <a:solidFill>
                      <a:srgbClr val="ECEFEC"/>
                    </a:solidFill>
                  </a:tcPr>
                </a:tc>
              </a:tr>
              <a:tr h="647700">
                <a:tc>
                  <a:txBody>
                    <a:bodyPr/>
                    <a:lstStyle/>
                    <a:p>
                      <a:r>
                        <a:rPr sz="1875" b="0">
                          <a:solidFill>
                            <a:srgbClr val="172B3A"/>
                          </a:solidFill>
                          <a:latin typeface="Arial"/>
                          <a:ea typeface="Arial"/>
                          <a:cs typeface="Arial"/>
                        </a:rPr>
                        <a:t>Observation, seed 101</a:t>
                      </a:r>
                    </a:p>
                  </a:txBody>
                  <a:tcPr marL="171450" marR="142875" marT="133350" marB="114300" anchor="ctr">
                    <a:lnL w="6668">
                      <a:solidFill>
                        <a:srgbClr val="D4DCDA"/>
                      </a:solidFill>
                      <a:prstDash val="solid"/>
                    </a:lnL>
                    <a:lnR w="6668">
                      <a:solidFill>
                        <a:srgbClr val="D4DCDA"/>
                      </a:solidFill>
                      <a:prstDash val="solid"/>
                    </a:lnR>
                    <a:lnB w="6668">
                      <a:solidFill>
                        <a:srgbClr val="D4DCDA"/>
                      </a:solidFill>
                      <a:prstDash val="solid"/>
                    </a:lnB>
                    <a:solidFill>
                      <a:srgbClr val="F7F6F2"/>
                    </a:solidFill>
                  </a:tcPr>
                </a:tc>
                <a:tc>
                  <a:txBody>
                    <a:bodyPr/>
                    <a:lstStyle/>
                    <a:p>
                      <a:r>
                        <a:rPr sz="1875" b="0">
                          <a:solidFill>
                            <a:srgbClr val="172B3A"/>
                          </a:solidFill>
                          <a:latin typeface="Arial"/>
                          <a:ea typeface="Arial"/>
                          <a:cs typeface="Arial"/>
                        </a:rPr>
                        <a:t>Failure</a:t>
                      </a:r>
                    </a:p>
                  </a:txBody>
                  <a:tcPr marL="171450" marR="142875" marT="133350" marB="114300" anchor="ctr">
                    <a:lnR w="6668">
                      <a:solidFill>
                        <a:srgbClr val="D4DCDA"/>
                      </a:solidFill>
                      <a:prstDash val="solid"/>
                    </a:lnR>
                    <a:lnB w="6668">
                      <a:solidFill>
                        <a:srgbClr val="D4DCDA"/>
                      </a:solidFill>
                      <a:prstDash val="solid"/>
                    </a:lnB>
                    <a:solidFill>
                      <a:srgbClr val="F7F6F2"/>
                    </a:solidFill>
                  </a:tcPr>
                </a:tc>
                <a:tc>
                  <a:txBody>
                    <a:bodyPr/>
                    <a:lstStyle/>
                    <a:p>
                      <a:r>
                        <a:rPr sz="1875" b="0">
                          <a:solidFill>
                            <a:srgbClr val="172B3A"/>
                          </a:solidFill>
                          <a:latin typeface="Arial"/>
                          <a:ea typeface="Arial"/>
                          <a:cs typeface="Arial"/>
                        </a:rPr>
                        <a:t>0.8</a:t>
                      </a:r>
                    </a:p>
                  </a:txBody>
                  <a:tcPr marL="171450" marR="142875" marT="133350" marB="114300" anchor="ctr">
                    <a:lnR w="6668">
                      <a:solidFill>
                        <a:srgbClr val="D4DCDA"/>
                      </a:solidFill>
                      <a:prstDash val="solid"/>
                    </a:lnR>
                    <a:lnB w="6668">
                      <a:solidFill>
                        <a:srgbClr val="D4DCDA"/>
                      </a:solidFill>
                      <a:prstDash val="solid"/>
                    </a:lnB>
                    <a:solidFill>
                      <a:srgbClr val="F7F6F2"/>
                    </a:solidFill>
                  </a:tcPr>
                </a:tc>
                <a:tc>
                  <a:txBody>
                    <a:bodyPr/>
                    <a:lstStyle/>
                    <a:p>
                      <a:r>
                        <a:rPr sz="1875" b="0">
                          <a:solidFill>
                            <a:srgbClr val="172B3A"/>
                          </a:solidFill>
                          <a:latin typeface="Arial"/>
                          <a:ea typeface="Arial"/>
                          <a:cs typeface="Arial"/>
                        </a:rPr>
                        <a:t>12</a:t>
                      </a:r>
                    </a:p>
                  </a:txBody>
                  <a:tcPr marL="171450" marR="142875" marT="133350" marB="114300" anchor="ctr">
                    <a:lnR w="6668">
                      <a:solidFill>
                        <a:srgbClr val="D4DCDA"/>
                      </a:solidFill>
                      <a:prstDash val="solid"/>
                    </a:lnR>
                    <a:lnB w="6668">
                      <a:solidFill>
                        <a:srgbClr val="D4DCDA"/>
                      </a:solidFill>
                      <a:prstDash val="solid"/>
                    </a:lnB>
                    <a:solidFill>
                      <a:srgbClr val="F7F6F2"/>
                    </a:solidFill>
                  </a:tcPr>
                </a:tc>
              </a:tr>
            </a:tbl>
          </a:graphicData>
        </a:graphic>
      </p:graphicFrame>
      <p:sp>
        <p:nvSpPr>
          <p:cNvPr id="6" name="">
            <a:extLst xmlns:a="http://schemas.openxmlformats.org/drawingml/2006/main">
              <a:ext uri="{FF2B5EF4-FFF2-40B4-BE49-F238E27FC236}">
                <a16:creationId xmlns:a16="http://schemas.microsoft.com/office/drawing/2014/main" id="{B9700335-C433-4DE8-937F-8E02BF7125DF}"/>
              </a:ext>
            </a:extLst>
          </p:cNvPr>
          <p:cNvSpPr>
            <a:spLocks xmlns:a="http://schemas.openxmlformats.org/drawingml/2006/main" noGrp="1"/>
          </p:cNvSpPr>
          <p:nvPr/>
        </p:nvSpPr>
        <p:spPr>
          <a:xfrm xmlns:a="http://schemas.openxmlformats.org/drawingml/2006/main">
            <a:off x="685800" y="5638800"/>
            <a:ext cx="1082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172B3A"/>
                </a:solidFill>
                <a:latin typeface="Arial"/>
                <a:ea typeface="Arial"/>
                <a:cs typeface="Arial"/>
              </a:defRPr>
            </a:defPPr>
            <a:lvl1pPr>
              <a:defRPr sz="2100" b="1">
                <a:solidFill>
                  <a:srgbClr val="172B3A"/>
                </a:solidFill>
                <a:latin typeface="Arial"/>
                <a:ea typeface="Arial"/>
                <a:cs typeface="Arial"/>
              </a:defRPr>
            </a:lvl1pPr>
            <a:lvl2pPr>
              <a:defRPr sz="2100" b="1">
                <a:solidFill>
                  <a:srgbClr val="172B3A"/>
                </a:solidFill>
                <a:latin typeface="Arial"/>
                <a:ea typeface="Arial"/>
                <a:cs typeface="Arial"/>
              </a:defRPr>
            </a:lvl2pPr>
            <a:lvl3pPr>
              <a:defRPr sz="2100" b="1">
                <a:solidFill>
                  <a:srgbClr val="172B3A"/>
                </a:solidFill>
                <a:latin typeface="Arial"/>
                <a:ea typeface="Arial"/>
                <a:cs typeface="Arial"/>
              </a:defRPr>
            </a:lvl3pPr>
            <a:lvl4pPr>
              <a:defRPr sz="2100" b="1">
                <a:solidFill>
                  <a:srgbClr val="172B3A"/>
                </a:solidFill>
                <a:latin typeface="Arial"/>
                <a:ea typeface="Arial"/>
                <a:cs typeface="Arial"/>
              </a:defRPr>
            </a:lvl4pPr>
            <a:lvl5pPr>
              <a:defRPr sz="2100" b="1">
                <a:solidFill>
                  <a:srgbClr val="172B3A"/>
                </a:solidFill>
                <a:latin typeface="Arial"/>
                <a:ea typeface="Arial"/>
                <a:cs typeface="Arial"/>
              </a:defRPr>
            </a:lvl5pPr>
            <a:lvl6pPr>
              <a:defRPr sz="2100" b="1">
                <a:solidFill>
                  <a:srgbClr val="172B3A"/>
                </a:solidFill>
                <a:latin typeface="Arial"/>
                <a:ea typeface="Arial"/>
                <a:cs typeface="Arial"/>
              </a:defRPr>
            </a:lvl6pPr>
            <a:lvl7pPr>
              <a:defRPr sz="2100" b="1">
                <a:solidFill>
                  <a:srgbClr val="172B3A"/>
                </a:solidFill>
                <a:latin typeface="Arial"/>
                <a:ea typeface="Arial"/>
                <a:cs typeface="Arial"/>
              </a:defRPr>
            </a:lvl7pPr>
            <a:lvl8pPr>
              <a:defRPr sz="2100" b="1">
                <a:solidFill>
                  <a:srgbClr val="172B3A"/>
                </a:solidFill>
                <a:latin typeface="Arial"/>
                <a:ea typeface="Arial"/>
                <a:cs typeface="Arial"/>
              </a:defRPr>
            </a:lvl8pPr>
            <a:lvl9pPr>
              <a:defRPr sz="2100" b="1">
                <a:solidFill>
                  <a:srgbClr val="172B3A"/>
                </a:solidFill>
                <a:latin typeface="Arial"/>
                <a:ea typeface="Arial"/>
                <a:cs typeface="Arial"/>
              </a:defRPr>
            </a:lvl9pPr>
          </a:lstStyle>
          <a:p xmlns:a="http://schemas.openxmlformats.org/drawingml/2006/main">
            <a:pPr>
              <a:defRPr sz="2100" b="1">
                <a:solidFill>
                  <a:srgbClr val="172B3A"/>
                </a:solidFill>
                <a:latin typeface="Arial"/>
                <a:ea typeface="Arial"/>
                <a:cs typeface="Arial"/>
              </a:defRPr>
            </a:pPr>
            <a:r>
              <a:rPr sz="2100" b="1">
                <a:solidFill>
                  <a:srgbClr val="172B3A"/>
                </a:solidFill>
                <a:latin typeface="Arial"/>
                <a:ea typeface="Arial"/>
                <a:cs typeface="Arial"/>
              </a:rPr>
              <a:t>Three successes. One planning failure, preserved in the evidence.</a:t>
            </a:r>
          </a:p>
        </p:txBody>
      </p:sp>
      <p:sp>
        <p:nvSpPr>
          <p:cNvPr id="7" name="">
            <a:extLst xmlns:a="http://schemas.openxmlformats.org/drawingml/2006/main">
              <a:ext uri="{FF2B5EF4-FFF2-40B4-BE49-F238E27FC236}">
                <a16:creationId xmlns:a16="http://schemas.microsoft.com/office/drawing/2014/main" id="{5CC1B5FD-5BEE-4662-B7C5-80367842F5B2}"/>
              </a:ext>
            </a:extLst>
          </p:cNvPr>
          <p:cNvSpPr>
            <a:spLocks xmlns:a="http://schemas.openxmlformats.org/drawingml/2006/main" noGrp="1"/>
          </p:cNvSpPr>
          <p:nvPr/>
        </p:nvSpPr>
        <p:spPr>
          <a:xfrm xmlns:a="http://schemas.openxmlformats.org/drawingml/2006/main">
            <a:off x="685800" y="6115050"/>
            <a:ext cx="10820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60717A"/>
                </a:solidFill>
                <a:latin typeface="Arial"/>
                <a:ea typeface="Arial"/>
                <a:cs typeface="Arial"/>
              </a:defRPr>
            </a:defPPr>
            <a:lvl1pPr>
              <a:defRPr sz="1425" b="0">
                <a:solidFill>
                  <a:srgbClr val="60717A"/>
                </a:solidFill>
                <a:latin typeface="Arial"/>
                <a:ea typeface="Arial"/>
                <a:cs typeface="Arial"/>
              </a:defRPr>
            </a:lvl1pPr>
            <a:lvl2pPr>
              <a:defRPr sz="1425" b="0">
                <a:solidFill>
                  <a:srgbClr val="60717A"/>
                </a:solidFill>
                <a:latin typeface="Arial"/>
                <a:ea typeface="Arial"/>
                <a:cs typeface="Arial"/>
              </a:defRPr>
            </a:lvl2pPr>
            <a:lvl3pPr>
              <a:defRPr sz="1425" b="0">
                <a:solidFill>
                  <a:srgbClr val="60717A"/>
                </a:solidFill>
                <a:latin typeface="Arial"/>
                <a:ea typeface="Arial"/>
                <a:cs typeface="Arial"/>
              </a:defRPr>
            </a:lvl3pPr>
            <a:lvl4pPr>
              <a:defRPr sz="1425" b="0">
                <a:solidFill>
                  <a:srgbClr val="60717A"/>
                </a:solidFill>
                <a:latin typeface="Arial"/>
                <a:ea typeface="Arial"/>
                <a:cs typeface="Arial"/>
              </a:defRPr>
            </a:lvl4pPr>
            <a:lvl5pPr>
              <a:defRPr sz="1425" b="0">
                <a:solidFill>
                  <a:srgbClr val="60717A"/>
                </a:solidFill>
                <a:latin typeface="Arial"/>
                <a:ea typeface="Arial"/>
                <a:cs typeface="Arial"/>
              </a:defRPr>
            </a:lvl5pPr>
            <a:lvl6pPr>
              <a:defRPr sz="1425" b="0">
                <a:solidFill>
                  <a:srgbClr val="60717A"/>
                </a:solidFill>
                <a:latin typeface="Arial"/>
                <a:ea typeface="Arial"/>
                <a:cs typeface="Arial"/>
              </a:defRPr>
            </a:lvl6pPr>
            <a:lvl7pPr>
              <a:defRPr sz="1425" b="0">
                <a:solidFill>
                  <a:srgbClr val="60717A"/>
                </a:solidFill>
                <a:latin typeface="Arial"/>
                <a:ea typeface="Arial"/>
                <a:cs typeface="Arial"/>
              </a:defRPr>
            </a:lvl7pPr>
            <a:lvl8pPr>
              <a:defRPr sz="1425" b="0">
                <a:solidFill>
                  <a:srgbClr val="60717A"/>
                </a:solidFill>
                <a:latin typeface="Arial"/>
                <a:ea typeface="Arial"/>
                <a:cs typeface="Arial"/>
              </a:defRPr>
            </a:lvl8pPr>
            <a:lvl9pPr>
              <a:defRPr sz="1425" b="0">
                <a:solidFill>
                  <a:srgbClr val="60717A"/>
                </a:solidFill>
                <a:latin typeface="Arial"/>
                <a:ea typeface="Arial"/>
                <a:cs typeface="Arial"/>
              </a:defRPr>
            </a:lvl9pPr>
          </a:lstStyle>
          <a:p xmlns:a="http://schemas.openxmlformats.org/drawingml/2006/main">
            <a:pPr>
              <a:defRPr sz="1425" b="0">
                <a:solidFill>
                  <a:srgbClr val="60717A"/>
                </a:solidFill>
                <a:latin typeface="Arial"/>
                <a:ea typeface="Arial"/>
                <a:cs typeface="Arial"/>
              </a:defRPr>
            </a:pPr>
            <a:r>
              <a:rPr sz="1425" b="0">
                <a:solidFill>
                  <a:srgbClr val="60717A"/>
                </a:solidFill>
                <a:latin typeface="Arial"/>
                <a:ea typeface="Arial"/>
                <a:cs typeface="Arial"/>
              </a:rPr>
              <a:t>Four attempts on one deployment. Unknown judge append instructions remain untested.</a:t>
            </a:r>
          </a:p>
        </p:txBody>
      </p:sp>
    </p:spTree>
    <p:extLst>
      <p:ext uri="{BB962C8B-B14F-4D97-AF65-F5344CB8AC3E}">
        <p14:creationId xmlns:p14="http://schemas.microsoft.com/office/powerpoint/2010/main" val="1484303123"/>
      </p:ext>
    </p:extLst>
  </p:cSld>
</p:sld>
</file>

<file path=ppt/slides/slide10.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80E5696-4A00-43ED-99F5-2EDE10324ED8}"/>
              </a:ext>
            </a:extLst>
          </p:cNvPr>
          <p:cNvSpPr>
            <a:spLocks xmlns:a="http://schemas.openxmlformats.org/drawingml/2006/main" noGrp="1"/>
          </p:cNvSpPr>
          <p:nvPr/>
        </p:nvSpPr>
        <p:spPr>
          <a:xfrm xmlns:a="http://schemas.openxmlformats.org/drawingml/2006/main">
            <a:off x="685800" y="638175"/>
            <a:ext cx="108204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172B3A"/>
                </a:solidFill>
                <a:latin typeface="Arial"/>
                <a:ea typeface="Arial"/>
                <a:cs typeface="Arial"/>
              </a:defRPr>
            </a:defPPr>
            <a:lvl1pPr>
              <a:defRPr sz="3225" b="1">
                <a:solidFill>
                  <a:srgbClr val="172B3A"/>
                </a:solidFill>
                <a:latin typeface="Arial"/>
                <a:ea typeface="Arial"/>
                <a:cs typeface="Arial"/>
              </a:defRPr>
            </a:lvl1pPr>
            <a:lvl2pPr>
              <a:defRPr sz="3225" b="1">
                <a:solidFill>
                  <a:srgbClr val="172B3A"/>
                </a:solidFill>
                <a:latin typeface="Arial"/>
                <a:ea typeface="Arial"/>
                <a:cs typeface="Arial"/>
              </a:defRPr>
            </a:lvl2pPr>
            <a:lvl3pPr>
              <a:defRPr sz="3225" b="1">
                <a:solidFill>
                  <a:srgbClr val="172B3A"/>
                </a:solidFill>
                <a:latin typeface="Arial"/>
                <a:ea typeface="Arial"/>
                <a:cs typeface="Arial"/>
              </a:defRPr>
            </a:lvl3pPr>
            <a:lvl4pPr>
              <a:defRPr sz="3225" b="1">
                <a:solidFill>
                  <a:srgbClr val="172B3A"/>
                </a:solidFill>
                <a:latin typeface="Arial"/>
                <a:ea typeface="Arial"/>
                <a:cs typeface="Arial"/>
              </a:defRPr>
            </a:lvl4pPr>
            <a:lvl5pPr>
              <a:defRPr sz="3225" b="1">
                <a:solidFill>
                  <a:srgbClr val="172B3A"/>
                </a:solidFill>
                <a:latin typeface="Arial"/>
                <a:ea typeface="Arial"/>
                <a:cs typeface="Arial"/>
              </a:defRPr>
            </a:lvl5pPr>
            <a:lvl6pPr>
              <a:defRPr sz="3225" b="1">
                <a:solidFill>
                  <a:srgbClr val="172B3A"/>
                </a:solidFill>
                <a:latin typeface="Arial"/>
                <a:ea typeface="Arial"/>
                <a:cs typeface="Arial"/>
              </a:defRPr>
            </a:lvl6pPr>
            <a:lvl7pPr>
              <a:defRPr sz="3225" b="1">
                <a:solidFill>
                  <a:srgbClr val="172B3A"/>
                </a:solidFill>
                <a:latin typeface="Arial"/>
                <a:ea typeface="Arial"/>
                <a:cs typeface="Arial"/>
              </a:defRPr>
            </a:lvl7pPr>
            <a:lvl8pPr>
              <a:defRPr sz="3225" b="1">
                <a:solidFill>
                  <a:srgbClr val="172B3A"/>
                </a:solidFill>
                <a:latin typeface="Arial"/>
                <a:ea typeface="Arial"/>
                <a:cs typeface="Arial"/>
              </a:defRPr>
            </a:lvl8pPr>
            <a:lvl9pPr>
              <a:defRPr sz="3225" b="1">
                <a:solidFill>
                  <a:srgbClr val="172B3A"/>
                </a:solidFill>
                <a:latin typeface="Arial"/>
                <a:ea typeface="Arial"/>
                <a:cs typeface="Arial"/>
              </a:defRPr>
            </a:lvl9pPr>
          </a:lstStyle>
          <a:p xmlns:a="http://schemas.openxmlformats.org/drawingml/2006/main">
            <a:pPr>
              <a:defRPr sz="3225" b="1">
                <a:solidFill>
                  <a:srgbClr val="172B3A"/>
                </a:solidFill>
                <a:latin typeface="Arial"/>
                <a:ea typeface="Arial"/>
                <a:cs typeface="Arial"/>
              </a:defRPr>
            </a:pPr>
            <a:r>
              <a:rPr sz="3225" b="1">
                <a:solidFill>
                  <a:srgbClr val="172B3A"/>
                </a:solidFill>
                <a:latin typeface="Arial"/>
                <a:ea typeface="Arial"/>
                <a:cs typeface="Arial"/>
              </a:rPr>
              <a:t>Demo: EPS eclipse recovery</a:t>
            </a:r>
          </a:p>
        </p:txBody>
      </p:sp>
      <p:sp>
        <p:nvSpPr>
          <p:cNvPr id="2" name="">
            <a:extLst xmlns:a="http://schemas.openxmlformats.org/drawingml/2006/main">
              <a:ext uri="{FF2B5EF4-FFF2-40B4-BE49-F238E27FC236}">
                <a16:creationId xmlns:a16="http://schemas.microsoft.com/office/drawing/2014/main" id="{D207FAC9-E0B7-4E4A-A956-D0E49A10811A}"/>
              </a:ext>
            </a:extLst>
          </p:cNvPr>
          <p:cNvSpPr>
            <a:spLocks xmlns:a="http://schemas.openxmlformats.org/drawingml/2006/main" noGrp="1"/>
          </p:cNvSpPr>
          <p:nvPr/>
        </p:nvSpPr>
        <p:spPr>
          <a:xfrm xmlns:a="http://schemas.openxmlformats.org/drawingml/2006/main">
            <a:off x="685800" y="6381750"/>
            <a:ext cx="33337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1">
                <a:solidFill>
                  <a:srgbClr val="60717A"/>
                </a:solidFill>
                <a:latin typeface="Arial"/>
                <a:ea typeface="Arial"/>
                <a:cs typeface="Arial"/>
              </a:defRPr>
            </a:defPPr>
            <a:lvl1pPr>
              <a:defRPr sz="1050" b="1">
                <a:solidFill>
                  <a:srgbClr val="60717A"/>
                </a:solidFill>
                <a:latin typeface="Arial"/>
                <a:ea typeface="Arial"/>
                <a:cs typeface="Arial"/>
              </a:defRPr>
            </a:lvl1pPr>
            <a:lvl2pPr>
              <a:defRPr sz="1050" b="1">
                <a:solidFill>
                  <a:srgbClr val="60717A"/>
                </a:solidFill>
                <a:latin typeface="Arial"/>
                <a:ea typeface="Arial"/>
                <a:cs typeface="Arial"/>
              </a:defRPr>
            </a:lvl2pPr>
            <a:lvl3pPr>
              <a:defRPr sz="1050" b="1">
                <a:solidFill>
                  <a:srgbClr val="60717A"/>
                </a:solidFill>
                <a:latin typeface="Arial"/>
                <a:ea typeface="Arial"/>
                <a:cs typeface="Arial"/>
              </a:defRPr>
            </a:lvl3pPr>
            <a:lvl4pPr>
              <a:defRPr sz="1050" b="1">
                <a:solidFill>
                  <a:srgbClr val="60717A"/>
                </a:solidFill>
                <a:latin typeface="Arial"/>
                <a:ea typeface="Arial"/>
                <a:cs typeface="Arial"/>
              </a:defRPr>
            </a:lvl4pPr>
            <a:lvl5pPr>
              <a:defRPr sz="1050" b="1">
                <a:solidFill>
                  <a:srgbClr val="60717A"/>
                </a:solidFill>
                <a:latin typeface="Arial"/>
                <a:ea typeface="Arial"/>
                <a:cs typeface="Arial"/>
              </a:defRPr>
            </a:lvl5pPr>
            <a:lvl6pPr>
              <a:defRPr sz="1050" b="1">
                <a:solidFill>
                  <a:srgbClr val="60717A"/>
                </a:solidFill>
                <a:latin typeface="Arial"/>
                <a:ea typeface="Arial"/>
                <a:cs typeface="Arial"/>
              </a:defRPr>
            </a:lvl6pPr>
            <a:lvl7pPr>
              <a:defRPr sz="1050" b="1">
                <a:solidFill>
                  <a:srgbClr val="60717A"/>
                </a:solidFill>
                <a:latin typeface="Arial"/>
                <a:ea typeface="Arial"/>
                <a:cs typeface="Arial"/>
              </a:defRPr>
            </a:lvl7pPr>
            <a:lvl8pPr>
              <a:defRPr sz="1050" b="1">
                <a:solidFill>
                  <a:srgbClr val="60717A"/>
                </a:solidFill>
                <a:latin typeface="Arial"/>
                <a:ea typeface="Arial"/>
                <a:cs typeface="Arial"/>
              </a:defRPr>
            </a:lvl8pPr>
            <a:lvl9pPr>
              <a:defRPr sz="1050" b="1">
                <a:solidFill>
                  <a:srgbClr val="60717A"/>
                </a:solidFill>
                <a:latin typeface="Arial"/>
                <a:ea typeface="Arial"/>
                <a:cs typeface="Arial"/>
              </a:defRPr>
            </a:lvl9pPr>
          </a:lstStyle>
          <a:p xmlns:a="http://schemas.openxmlformats.org/drawingml/2006/main">
            <a:pPr>
              <a:defRPr sz="1050" b="1">
                <a:solidFill>
                  <a:srgbClr val="60717A"/>
                </a:solidFill>
                <a:latin typeface="Arial"/>
                <a:ea typeface="Arial"/>
                <a:cs typeface="Arial"/>
              </a:defRPr>
            </a:pPr>
            <a:r>
              <a:rPr sz="1050" b="1">
                <a:solidFill>
                  <a:srgbClr val="60717A"/>
                </a:solidFill>
                <a:latin typeface="Arial"/>
                <a:ea typeface="Arial"/>
                <a:cs typeface="Arial"/>
              </a:rPr>
              <a:t>ASTRO</a:t>
            </a:r>
          </a:p>
        </p:txBody>
      </p:sp>
      <p:sp>
        <p:nvSpPr>
          <p:cNvPr id="3" name="">
            <a:extLst xmlns:a="http://schemas.openxmlformats.org/drawingml/2006/main">
              <a:ext uri="{FF2B5EF4-FFF2-40B4-BE49-F238E27FC236}">
                <a16:creationId xmlns:a16="http://schemas.microsoft.com/office/drawing/2014/main" id="{B3AA3A7A-F588-448E-A21F-D790A67B6A32}"/>
              </a:ext>
            </a:extLst>
          </p:cNvPr>
          <p:cNvSpPr>
            <a:spLocks xmlns:a="http://schemas.openxmlformats.org/drawingml/2006/main" noGrp="1"/>
          </p:cNvSpPr>
          <p:nvPr/>
        </p:nvSpPr>
        <p:spPr>
          <a:xfrm xmlns:a="http://schemas.openxmlformats.org/drawingml/2006/main">
            <a:off x="11182350" y="6381750"/>
            <a:ext cx="333375"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0">
                <a:solidFill>
                  <a:srgbClr val="60717A"/>
                </a:solidFill>
                <a:latin typeface="Arial"/>
                <a:ea typeface="Arial"/>
                <a:cs typeface="Arial"/>
              </a:defRPr>
            </a:defPPr>
            <a:lvl1pPr>
              <a:defRPr sz="1050" b="0">
                <a:solidFill>
                  <a:srgbClr val="60717A"/>
                </a:solidFill>
                <a:latin typeface="Arial"/>
                <a:ea typeface="Arial"/>
                <a:cs typeface="Arial"/>
              </a:defRPr>
            </a:lvl1pPr>
            <a:lvl2pPr>
              <a:defRPr sz="1050" b="0">
                <a:solidFill>
                  <a:srgbClr val="60717A"/>
                </a:solidFill>
                <a:latin typeface="Arial"/>
                <a:ea typeface="Arial"/>
                <a:cs typeface="Arial"/>
              </a:defRPr>
            </a:lvl2pPr>
            <a:lvl3pPr>
              <a:defRPr sz="1050" b="0">
                <a:solidFill>
                  <a:srgbClr val="60717A"/>
                </a:solidFill>
                <a:latin typeface="Arial"/>
                <a:ea typeface="Arial"/>
                <a:cs typeface="Arial"/>
              </a:defRPr>
            </a:lvl3pPr>
            <a:lvl4pPr>
              <a:defRPr sz="1050" b="0">
                <a:solidFill>
                  <a:srgbClr val="60717A"/>
                </a:solidFill>
                <a:latin typeface="Arial"/>
                <a:ea typeface="Arial"/>
                <a:cs typeface="Arial"/>
              </a:defRPr>
            </a:lvl4pPr>
            <a:lvl5pPr>
              <a:defRPr sz="1050" b="0">
                <a:solidFill>
                  <a:srgbClr val="60717A"/>
                </a:solidFill>
                <a:latin typeface="Arial"/>
                <a:ea typeface="Arial"/>
                <a:cs typeface="Arial"/>
              </a:defRPr>
            </a:lvl5pPr>
            <a:lvl6pPr>
              <a:defRPr sz="1050" b="0">
                <a:solidFill>
                  <a:srgbClr val="60717A"/>
                </a:solidFill>
                <a:latin typeface="Arial"/>
                <a:ea typeface="Arial"/>
                <a:cs typeface="Arial"/>
              </a:defRPr>
            </a:lvl6pPr>
            <a:lvl7pPr>
              <a:defRPr sz="1050" b="0">
                <a:solidFill>
                  <a:srgbClr val="60717A"/>
                </a:solidFill>
                <a:latin typeface="Arial"/>
                <a:ea typeface="Arial"/>
                <a:cs typeface="Arial"/>
              </a:defRPr>
            </a:lvl7pPr>
            <a:lvl8pPr>
              <a:defRPr sz="1050" b="0">
                <a:solidFill>
                  <a:srgbClr val="60717A"/>
                </a:solidFill>
                <a:latin typeface="Arial"/>
                <a:ea typeface="Arial"/>
                <a:cs typeface="Arial"/>
              </a:defRPr>
            </a:lvl8pPr>
            <a:lvl9pPr>
              <a:defRPr sz="1050" b="0">
                <a:solidFill>
                  <a:srgbClr val="60717A"/>
                </a:solidFill>
                <a:latin typeface="Arial"/>
                <a:ea typeface="Arial"/>
                <a:cs typeface="Arial"/>
              </a:defRPr>
            </a:lvl9pPr>
          </a:lstStyle>
          <a:p xmlns:a="http://schemas.openxmlformats.org/drawingml/2006/main">
            <a:pPr>
              <a:defRPr sz="1050" b="0">
                <a:solidFill>
                  <a:srgbClr val="60717A"/>
                </a:solidFill>
                <a:latin typeface="Arial"/>
                <a:ea typeface="Arial"/>
                <a:cs typeface="Arial"/>
              </a:defRPr>
            </a:pPr>
            <a:r>
              <a:rPr sz="1050" b="0">
                <a:solidFill>
                  <a:srgbClr val="60717A"/>
                </a:solidFill>
                <a:latin typeface="Arial"/>
                <a:ea typeface="Arial"/>
                <a:cs typeface="Arial"/>
              </a:rPr>
              <a:t>10</a:t>
            </a:r>
          </a:p>
        </p:txBody>
      </p:sp>
      <p:sp>
        <p:nvSpPr>
          <p:cNvPr id="4" name="">
            <a:extLst xmlns:a="http://schemas.openxmlformats.org/drawingml/2006/main">
              <a:ext uri="{FF2B5EF4-FFF2-40B4-BE49-F238E27FC236}">
                <a16:creationId xmlns:a16="http://schemas.microsoft.com/office/drawing/2014/main" id="{1DA63657-2F64-49DC-832C-D0F601ED6856}"/>
              </a:ext>
            </a:extLst>
          </p:cNvPr>
          <p:cNvSpPr>
            <a:spLocks xmlns:a="http://schemas.openxmlformats.org/drawingml/2006/main" noGrp="1"/>
          </p:cNvSpPr>
          <p:nvPr/>
        </p:nvSpPr>
        <p:spPr>
          <a:xfrm xmlns:a="http://schemas.openxmlformats.org/drawingml/2006/main">
            <a:off x="685800" y="2038350"/>
            <a:ext cx="1057275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925" b="1">
                <a:solidFill>
                  <a:srgbClr val="172B3A"/>
                </a:solidFill>
                <a:latin typeface="Arial"/>
                <a:ea typeface="Arial"/>
                <a:cs typeface="Arial"/>
              </a:defRPr>
            </a:defPPr>
            <a:lvl1pPr>
              <a:defRPr sz="2925" b="1">
                <a:solidFill>
                  <a:srgbClr val="172B3A"/>
                </a:solidFill>
                <a:latin typeface="Arial"/>
                <a:ea typeface="Arial"/>
                <a:cs typeface="Arial"/>
              </a:defRPr>
            </a:lvl1pPr>
            <a:lvl2pPr>
              <a:defRPr sz="2925" b="1">
                <a:solidFill>
                  <a:srgbClr val="172B3A"/>
                </a:solidFill>
                <a:latin typeface="Arial"/>
                <a:ea typeface="Arial"/>
                <a:cs typeface="Arial"/>
              </a:defRPr>
            </a:lvl2pPr>
            <a:lvl3pPr>
              <a:defRPr sz="2925" b="1">
                <a:solidFill>
                  <a:srgbClr val="172B3A"/>
                </a:solidFill>
                <a:latin typeface="Arial"/>
                <a:ea typeface="Arial"/>
                <a:cs typeface="Arial"/>
              </a:defRPr>
            </a:lvl3pPr>
            <a:lvl4pPr>
              <a:defRPr sz="2925" b="1">
                <a:solidFill>
                  <a:srgbClr val="172B3A"/>
                </a:solidFill>
                <a:latin typeface="Arial"/>
                <a:ea typeface="Arial"/>
                <a:cs typeface="Arial"/>
              </a:defRPr>
            </a:lvl4pPr>
            <a:lvl5pPr>
              <a:defRPr sz="2925" b="1">
                <a:solidFill>
                  <a:srgbClr val="172B3A"/>
                </a:solidFill>
                <a:latin typeface="Arial"/>
                <a:ea typeface="Arial"/>
                <a:cs typeface="Arial"/>
              </a:defRPr>
            </a:lvl5pPr>
            <a:lvl6pPr>
              <a:defRPr sz="2925" b="1">
                <a:solidFill>
                  <a:srgbClr val="172B3A"/>
                </a:solidFill>
                <a:latin typeface="Arial"/>
                <a:ea typeface="Arial"/>
                <a:cs typeface="Arial"/>
              </a:defRPr>
            </a:lvl6pPr>
            <a:lvl7pPr>
              <a:defRPr sz="2925" b="1">
                <a:solidFill>
                  <a:srgbClr val="172B3A"/>
                </a:solidFill>
                <a:latin typeface="Arial"/>
                <a:ea typeface="Arial"/>
                <a:cs typeface="Arial"/>
              </a:defRPr>
            </a:lvl7pPr>
            <a:lvl8pPr>
              <a:defRPr sz="2925" b="1">
                <a:solidFill>
                  <a:srgbClr val="172B3A"/>
                </a:solidFill>
                <a:latin typeface="Arial"/>
                <a:ea typeface="Arial"/>
                <a:cs typeface="Arial"/>
              </a:defRPr>
            </a:lvl8pPr>
            <a:lvl9pPr>
              <a:defRPr sz="2925" b="1">
                <a:solidFill>
                  <a:srgbClr val="172B3A"/>
                </a:solidFill>
                <a:latin typeface="Arial"/>
                <a:ea typeface="Arial"/>
                <a:cs typeface="Arial"/>
              </a:defRPr>
            </a:lvl9pPr>
          </a:lstStyle>
          <a:p xmlns:a="http://schemas.openxmlformats.org/drawingml/2006/main">
            <a:pPr>
              <a:defRPr sz="2925" b="1">
                <a:solidFill>
                  <a:srgbClr val="172B3A"/>
                </a:solidFill>
                <a:latin typeface="Arial"/>
                <a:ea typeface="Arial"/>
                <a:cs typeface="Arial"/>
              </a:defRPr>
            </a:pPr>
            <a:r>
              <a:rPr sz="2925" b="1">
                <a:solidFill>
                  <a:srgbClr val="172B3A"/>
                </a:solidFill>
                <a:latin typeface="Arial"/>
                <a:ea typeface="Arial"/>
                <a:cs typeface="Arial"/>
              </a:rPr>
              <a:t>Inspect the fault. Apply a repair.</a:t>
            </a:r>
          </a:p>
          <a:p xmlns:a="http://schemas.openxmlformats.org/drawingml/2006/main">
            <a:pPr>
              <a:defRPr sz="2925" b="1">
                <a:solidFill>
                  <a:srgbClr val="172B3A"/>
                </a:solidFill>
                <a:latin typeface="Arial"/>
                <a:ea typeface="Arial"/>
                <a:cs typeface="Arial"/>
              </a:defRPr>
            </a:pPr>
            <a:r>
              <a:rPr sz="2925" b="1">
                <a:solidFill>
                  <a:srgbClr val="172B3A"/>
                </a:solidFill>
                <a:latin typeface="Arial"/>
                <a:ea typeface="Arial"/>
                <a:cs typeface="Arial"/>
              </a:rPr>
              <a:t>Show the final mission checks.</a:t>
            </a:r>
          </a:p>
        </p:txBody>
      </p:sp>
      <p:sp>
        <p:nvSpPr>
          <p:cNvPr id="5" name="">
            <a:extLst xmlns:a="http://schemas.openxmlformats.org/drawingml/2006/main">
              <a:ext uri="{FF2B5EF4-FFF2-40B4-BE49-F238E27FC236}">
                <a16:creationId xmlns:a16="http://schemas.microsoft.com/office/drawing/2014/main" id="{618FE2B9-6223-43D2-93EA-79CD568CA485}"/>
              </a:ext>
            </a:extLst>
          </p:cNvPr>
          <p:cNvSpPr>
            <a:spLocks xmlns:a="http://schemas.openxmlformats.org/drawingml/2006/main" noGrp="1"/>
          </p:cNvSpPr>
          <p:nvPr/>
        </p:nvSpPr>
        <p:spPr>
          <a:xfrm xmlns:a="http://schemas.openxmlformats.org/drawingml/2006/main">
            <a:off x="685800" y="3705225"/>
            <a:ext cx="4191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60717A"/>
                </a:solidFill>
                <a:latin typeface="Arial"/>
                <a:ea typeface="Arial"/>
                <a:cs typeface="Arial"/>
              </a:defRPr>
            </a:defPPr>
            <a:lvl1pPr>
              <a:defRPr sz="2025" b="0">
                <a:solidFill>
                  <a:srgbClr val="60717A"/>
                </a:solidFill>
                <a:latin typeface="Arial"/>
                <a:ea typeface="Arial"/>
                <a:cs typeface="Arial"/>
              </a:defRPr>
            </a:lvl1pPr>
            <a:lvl2pPr>
              <a:defRPr sz="2025" b="0">
                <a:solidFill>
                  <a:srgbClr val="60717A"/>
                </a:solidFill>
                <a:latin typeface="Arial"/>
                <a:ea typeface="Arial"/>
                <a:cs typeface="Arial"/>
              </a:defRPr>
            </a:lvl2pPr>
            <a:lvl3pPr>
              <a:defRPr sz="2025" b="0">
                <a:solidFill>
                  <a:srgbClr val="60717A"/>
                </a:solidFill>
                <a:latin typeface="Arial"/>
                <a:ea typeface="Arial"/>
                <a:cs typeface="Arial"/>
              </a:defRPr>
            </a:lvl3pPr>
            <a:lvl4pPr>
              <a:defRPr sz="2025" b="0">
                <a:solidFill>
                  <a:srgbClr val="60717A"/>
                </a:solidFill>
                <a:latin typeface="Arial"/>
                <a:ea typeface="Arial"/>
                <a:cs typeface="Arial"/>
              </a:defRPr>
            </a:lvl4pPr>
            <a:lvl5pPr>
              <a:defRPr sz="2025" b="0">
                <a:solidFill>
                  <a:srgbClr val="60717A"/>
                </a:solidFill>
                <a:latin typeface="Arial"/>
                <a:ea typeface="Arial"/>
                <a:cs typeface="Arial"/>
              </a:defRPr>
            </a:lvl5pPr>
            <a:lvl6pPr>
              <a:defRPr sz="2025" b="0">
                <a:solidFill>
                  <a:srgbClr val="60717A"/>
                </a:solidFill>
                <a:latin typeface="Arial"/>
                <a:ea typeface="Arial"/>
                <a:cs typeface="Arial"/>
              </a:defRPr>
            </a:lvl6pPr>
            <a:lvl7pPr>
              <a:defRPr sz="2025" b="0">
                <a:solidFill>
                  <a:srgbClr val="60717A"/>
                </a:solidFill>
                <a:latin typeface="Arial"/>
                <a:ea typeface="Arial"/>
                <a:cs typeface="Arial"/>
              </a:defRPr>
            </a:lvl7pPr>
            <a:lvl8pPr>
              <a:defRPr sz="2025" b="0">
                <a:solidFill>
                  <a:srgbClr val="60717A"/>
                </a:solidFill>
                <a:latin typeface="Arial"/>
                <a:ea typeface="Arial"/>
                <a:cs typeface="Arial"/>
              </a:defRPr>
            </a:lvl8pPr>
            <a:lvl9pPr>
              <a:defRPr sz="2025" b="0">
                <a:solidFill>
                  <a:srgbClr val="60717A"/>
                </a:solidFill>
                <a:latin typeface="Arial"/>
                <a:ea typeface="Arial"/>
                <a:cs typeface="Arial"/>
              </a:defRPr>
            </a:lvl9pPr>
          </a:lstStyle>
          <a:p xmlns:a="http://schemas.openxmlformats.org/drawingml/2006/main">
            <a:pPr>
              <a:defRPr sz="2025" b="0">
                <a:solidFill>
                  <a:srgbClr val="60717A"/>
                </a:solidFill>
                <a:latin typeface="Arial"/>
                <a:ea typeface="Arial"/>
                <a:cs typeface="Arial"/>
              </a:defRPr>
            </a:pPr>
            <a:r>
              <a:rPr sz="2025" b="0">
                <a:solidFill>
                  <a:srgbClr val="60717A"/>
                </a:solidFill>
                <a:latin typeface="Arial"/>
                <a:ea typeface="Arial"/>
                <a:cs typeface="Arial"/>
              </a:rPr>
              <a:t>Recorded Run A</a:t>
            </a:r>
          </a:p>
        </p:txBody>
      </p:sp>
      <p:sp>
        <p:nvSpPr>
          <p:cNvPr id="6" name="">
            <a:extLst xmlns:a="http://schemas.openxmlformats.org/drawingml/2006/main">
              <a:ext uri="{FF2B5EF4-FFF2-40B4-BE49-F238E27FC236}">
                <a16:creationId xmlns:a16="http://schemas.microsoft.com/office/drawing/2014/main" id="{2FB30436-2DC2-485F-B211-2BB9F5F9C92F}"/>
              </a:ext>
            </a:extLst>
          </p:cNvPr>
          <p:cNvSpPr>
            <a:spLocks xmlns:a="http://schemas.openxmlformats.org/drawingml/2006/main" noGrp="1"/>
          </p:cNvSpPr>
          <p:nvPr/>
        </p:nvSpPr>
        <p:spPr>
          <a:xfrm xmlns:a="http://schemas.openxmlformats.org/drawingml/2006/main">
            <a:off x="685800" y="4257675"/>
            <a:ext cx="43815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450" b="1">
                <a:solidFill>
                  <a:srgbClr val="20776D"/>
                </a:solidFill>
                <a:latin typeface="Arial"/>
                <a:ea typeface="Arial"/>
                <a:cs typeface="Arial"/>
              </a:defRPr>
            </a:defPPr>
            <a:lvl1pPr>
              <a:defRPr sz="3450" b="1">
                <a:solidFill>
                  <a:srgbClr val="20776D"/>
                </a:solidFill>
                <a:latin typeface="Arial"/>
                <a:ea typeface="Arial"/>
                <a:cs typeface="Arial"/>
              </a:defRPr>
            </a:lvl1pPr>
            <a:lvl2pPr>
              <a:defRPr sz="3450" b="1">
                <a:solidFill>
                  <a:srgbClr val="20776D"/>
                </a:solidFill>
                <a:latin typeface="Arial"/>
                <a:ea typeface="Arial"/>
                <a:cs typeface="Arial"/>
              </a:defRPr>
            </a:lvl2pPr>
            <a:lvl3pPr>
              <a:defRPr sz="3450" b="1">
                <a:solidFill>
                  <a:srgbClr val="20776D"/>
                </a:solidFill>
                <a:latin typeface="Arial"/>
                <a:ea typeface="Arial"/>
                <a:cs typeface="Arial"/>
              </a:defRPr>
            </a:lvl3pPr>
            <a:lvl4pPr>
              <a:defRPr sz="3450" b="1">
                <a:solidFill>
                  <a:srgbClr val="20776D"/>
                </a:solidFill>
                <a:latin typeface="Arial"/>
                <a:ea typeface="Arial"/>
                <a:cs typeface="Arial"/>
              </a:defRPr>
            </a:lvl4pPr>
            <a:lvl5pPr>
              <a:defRPr sz="3450" b="1">
                <a:solidFill>
                  <a:srgbClr val="20776D"/>
                </a:solidFill>
                <a:latin typeface="Arial"/>
                <a:ea typeface="Arial"/>
                <a:cs typeface="Arial"/>
              </a:defRPr>
            </a:lvl5pPr>
            <a:lvl6pPr>
              <a:defRPr sz="3450" b="1">
                <a:solidFill>
                  <a:srgbClr val="20776D"/>
                </a:solidFill>
                <a:latin typeface="Arial"/>
                <a:ea typeface="Arial"/>
                <a:cs typeface="Arial"/>
              </a:defRPr>
            </a:lvl6pPr>
            <a:lvl7pPr>
              <a:defRPr sz="3450" b="1">
                <a:solidFill>
                  <a:srgbClr val="20776D"/>
                </a:solidFill>
                <a:latin typeface="Arial"/>
                <a:ea typeface="Arial"/>
                <a:cs typeface="Arial"/>
              </a:defRPr>
            </a:lvl7pPr>
            <a:lvl8pPr>
              <a:defRPr sz="3450" b="1">
                <a:solidFill>
                  <a:srgbClr val="20776D"/>
                </a:solidFill>
                <a:latin typeface="Arial"/>
                <a:ea typeface="Arial"/>
                <a:cs typeface="Arial"/>
              </a:defRPr>
            </a:lvl8pPr>
            <a:lvl9pPr>
              <a:defRPr sz="3450" b="1">
                <a:solidFill>
                  <a:srgbClr val="20776D"/>
                </a:solidFill>
                <a:latin typeface="Arial"/>
                <a:ea typeface="Arial"/>
                <a:cs typeface="Arial"/>
              </a:defRPr>
            </a:lvl9pPr>
          </a:lstStyle>
          <a:p xmlns:a="http://schemas.openxmlformats.org/drawingml/2006/main">
            <a:pPr>
              <a:defRPr sz="3450" b="1">
                <a:solidFill>
                  <a:srgbClr val="20776D"/>
                </a:solidFill>
                <a:latin typeface="Arial"/>
                <a:ea typeface="Arial"/>
                <a:cs typeface="Arial"/>
              </a:defRPr>
            </a:pPr>
            <a:r>
              <a:rPr sz="3450" b="1">
                <a:solidFill>
                  <a:srgbClr val="20776D"/>
                </a:solidFill>
                <a:latin typeface="Arial"/>
                <a:ea typeface="Arial"/>
                <a:cs typeface="Arial"/>
              </a:rPr>
              <a:t>Reward 1.0</a:t>
            </a:r>
          </a:p>
        </p:txBody>
      </p:sp>
      <p:sp>
        <p:nvSpPr>
          <p:cNvPr id="7" name="">
            <a:extLst xmlns:a="http://schemas.openxmlformats.org/drawingml/2006/main">
              <a:ext uri="{FF2B5EF4-FFF2-40B4-BE49-F238E27FC236}">
                <a16:creationId xmlns:a16="http://schemas.microsoft.com/office/drawing/2014/main" id="{E4EB51B4-5460-4755-956E-5DB1EEDF3FF3}"/>
              </a:ext>
            </a:extLst>
          </p:cNvPr>
          <p:cNvSpPr>
            <a:spLocks xmlns:a="http://schemas.openxmlformats.org/drawingml/2006/main" noGrp="1"/>
          </p:cNvSpPr>
          <p:nvPr/>
        </p:nvSpPr>
        <p:spPr>
          <a:xfrm xmlns:a="http://schemas.openxmlformats.org/drawingml/2006/main">
            <a:off x="6229350" y="4257675"/>
            <a:ext cx="47625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450" b="1">
                <a:solidFill>
                  <a:srgbClr val="20776D"/>
                </a:solidFill>
                <a:latin typeface="Arial"/>
                <a:ea typeface="Arial"/>
                <a:cs typeface="Arial"/>
              </a:defRPr>
            </a:defPPr>
            <a:lvl1pPr>
              <a:defRPr sz="3450" b="1">
                <a:solidFill>
                  <a:srgbClr val="20776D"/>
                </a:solidFill>
                <a:latin typeface="Arial"/>
                <a:ea typeface="Arial"/>
                <a:cs typeface="Arial"/>
              </a:defRPr>
            </a:lvl1pPr>
            <a:lvl2pPr>
              <a:defRPr sz="3450" b="1">
                <a:solidFill>
                  <a:srgbClr val="20776D"/>
                </a:solidFill>
                <a:latin typeface="Arial"/>
                <a:ea typeface="Arial"/>
                <a:cs typeface="Arial"/>
              </a:defRPr>
            </a:lvl2pPr>
            <a:lvl3pPr>
              <a:defRPr sz="3450" b="1">
                <a:solidFill>
                  <a:srgbClr val="20776D"/>
                </a:solidFill>
                <a:latin typeface="Arial"/>
                <a:ea typeface="Arial"/>
                <a:cs typeface="Arial"/>
              </a:defRPr>
            </a:lvl3pPr>
            <a:lvl4pPr>
              <a:defRPr sz="3450" b="1">
                <a:solidFill>
                  <a:srgbClr val="20776D"/>
                </a:solidFill>
                <a:latin typeface="Arial"/>
                <a:ea typeface="Arial"/>
                <a:cs typeface="Arial"/>
              </a:defRPr>
            </a:lvl4pPr>
            <a:lvl5pPr>
              <a:defRPr sz="3450" b="1">
                <a:solidFill>
                  <a:srgbClr val="20776D"/>
                </a:solidFill>
                <a:latin typeface="Arial"/>
                <a:ea typeface="Arial"/>
                <a:cs typeface="Arial"/>
              </a:defRPr>
            </a:lvl5pPr>
            <a:lvl6pPr>
              <a:defRPr sz="3450" b="1">
                <a:solidFill>
                  <a:srgbClr val="20776D"/>
                </a:solidFill>
                <a:latin typeface="Arial"/>
                <a:ea typeface="Arial"/>
                <a:cs typeface="Arial"/>
              </a:defRPr>
            </a:lvl6pPr>
            <a:lvl7pPr>
              <a:defRPr sz="3450" b="1">
                <a:solidFill>
                  <a:srgbClr val="20776D"/>
                </a:solidFill>
                <a:latin typeface="Arial"/>
                <a:ea typeface="Arial"/>
                <a:cs typeface="Arial"/>
              </a:defRPr>
            </a:lvl7pPr>
            <a:lvl8pPr>
              <a:defRPr sz="3450" b="1">
                <a:solidFill>
                  <a:srgbClr val="20776D"/>
                </a:solidFill>
                <a:latin typeface="Arial"/>
                <a:ea typeface="Arial"/>
                <a:cs typeface="Arial"/>
              </a:defRPr>
            </a:lvl8pPr>
            <a:lvl9pPr>
              <a:defRPr sz="3450" b="1">
                <a:solidFill>
                  <a:srgbClr val="20776D"/>
                </a:solidFill>
                <a:latin typeface="Arial"/>
                <a:ea typeface="Arial"/>
                <a:cs typeface="Arial"/>
              </a:defRPr>
            </a:lvl9pPr>
          </a:lstStyle>
          <a:p xmlns:a="http://schemas.openxmlformats.org/drawingml/2006/main">
            <a:pPr>
              <a:defRPr sz="3450" b="1">
                <a:solidFill>
                  <a:srgbClr val="20776D"/>
                </a:solidFill>
                <a:latin typeface="Arial"/>
                <a:ea typeface="Arial"/>
                <a:cs typeface="Arial"/>
              </a:defRPr>
            </a:pPr>
            <a:r>
              <a:rPr sz="3450" b="1">
                <a:solidFill>
                  <a:srgbClr val="20776D"/>
                </a:solidFill>
                <a:latin typeface="Arial"/>
                <a:ea typeface="Arial"/>
                <a:cs typeface="Arial"/>
              </a:rPr>
              <a:t>11 replies</a:t>
            </a:r>
          </a:p>
        </p:txBody>
      </p:sp>
      <p:sp>
        <p:nvSpPr>
          <p:cNvPr id="8" name="">
            <a:extLst xmlns:a="http://schemas.openxmlformats.org/drawingml/2006/main">
              <a:ext uri="{FF2B5EF4-FFF2-40B4-BE49-F238E27FC236}">
                <a16:creationId xmlns:a16="http://schemas.microsoft.com/office/drawing/2014/main" id="{E7011C4E-BF68-4B3B-B301-DCBCAA4570AD}"/>
              </a:ext>
            </a:extLst>
          </p:cNvPr>
          <p:cNvSpPr>
            <a:spLocks xmlns:a="http://schemas.openxmlformats.org/drawingml/2006/main" noGrp="1"/>
          </p:cNvSpPr>
          <p:nvPr/>
        </p:nvSpPr>
        <p:spPr>
          <a:xfrm xmlns:a="http://schemas.openxmlformats.org/drawingml/2006/main">
            <a:off x="685800" y="5334000"/>
            <a:ext cx="10820400" cy="9525"/>
          </a:xfrm>
          <a:prstGeom xmlns:a="http://schemas.openxmlformats.org/drawingml/2006/main" prst="rect">
            <a:avLst/>
          </a:prstGeom>
          <a:solidFill xmlns:a="http://schemas.openxmlformats.org/drawingml/2006/main">
            <a:srgbClr val="E9ECEB"/>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B546ABF-6843-4921-8E1D-A87E13E2E8DF}"/>
              </a:ext>
            </a:extLst>
          </p:cNvPr>
          <p:cNvSpPr>
            <a:spLocks xmlns:a="http://schemas.openxmlformats.org/drawingml/2006/main" noGrp="1"/>
          </p:cNvSpPr>
          <p:nvPr/>
        </p:nvSpPr>
        <p:spPr>
          <a:xfrm xmlns:a="http://schemas.openxmlformats.org/drawingml/2006/main">
            <a:off x="685800" y="5619750"/>
            <a:ext cx="2619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1">
                <a:solidFill>
                  <a:srgbClr val="C85D37"/>
                </a:solidFill>
                <a:latin typeface="Arial"/>
                <a:ea typeface="Arial"/>
                <a:cs typeface="Arial"/>
              </a:defRPr>
            </a:defPPr>
            <a:lvl1pPr>
              <a:defRPr sz="1800" b="1">
                <a:solidFill>
                  <a:srgbClr val="C85D37"/>
                </a:solidFill>
                <a:latin typeface="Arial"/>
                <a:ea typeface="Arial"/>
                <a:cs typeface="Arial"/>
              </a:defRPr>
            </a:lvl1pPr>
            <a:lvl2pPr>
              <a:defRPr sz="1800" b="1">
                <a:solidFill>
                  <a:srgbClr val="C85D37"/>
                </a:solidFill>
                <a:latin typeface="Arial"/>
                <a:ea typeface="Arial"/>
                <a:cs typeface="Arial"/>
              </a:defRPr>
            </a:lvl2pPr>
            <a:lvl3pPr>
              <a:defRPr sz="1800" b="1">
                <a:solidFill>
                  <a:srgbClr val="C85D37"/>
                </a:solidFill>
                <a:latin typeface="Arial"/>
                <a:ea typeface="Arial"/>
                <a:cs typeface="Arial"/>
              </a:defRPr>
            </a:lvl3pPr>
            <a:lvl4pPr>
              <a:defRPr sz="1800" b="1">
                <a:solidFill>
                  <a:srgbClr val="C85D37"/>
                </a:solidFill>
                <a:latin typeface="Arial"/>
                <a:ea typeface="Arial"/>
                <a:cs typeface="Arial"/>
              </a:defRPr>
            </a:lvl4pPr>
            <a:lvl5pPr>
              <a:defRPr sz="1800" b="1">
                <a:solidFill>
                  <a:srgbClr val="C85D37"/>
                </a:solidFill>
                <a:latin typeface="Arial"/>
                <a:ea typeface="Arial"/>
                <a:cs typeface="Arial"/>
              </a:defRPr>
            </a:lvl5pPr>
            <a:lvl6pPr>
              <a:defRPr sz="1800" b="1">
                <a:solidFill>
                  <a:srgbClr val="C85D37"/>
                </a:solidFill>
                <a:latin typeface="Arial"/>
                <a:ea typeface="Arial"/>
                <a:cs typeface="Arial"/>
              </a:defRPr>
            </a:lvl6pPr>
            <a:lvl7pPr>
              <a:defRPr sz="1800" b="1">
                <a:solidFill>
                  <a:srgbClr val="C85D37"/>
                </a:solidFill>
                <a:latin typeface="Arial"/>
                <a:ea typeface="Arial"/>
                <a:cs typeface="Arial"/>
              </a:defRPr>
            </a:lvl7pPr>
            <a:lvl8pPr>
              <a:defRPr sz="1800" b="1">
                <a:solidFill>
                  <a:srgbClr val="C85D37"/>
                </a:solidFill>
                <a:latin typeface="Arial"/>
                <a:ea typeface="Arial"/>
                <a:cs typeface="Arial"/>
              </a:defRPr>
            </a:lvl8pPr>
            <a:lvl9pPr>
              <a:defRPr sz="1800" b="1">
                <a:solidFill>
                  <a:srgbClr val="C85D37"/>
                </a:solidFill>
                <a:latin typeface="Arial"/>
                <a:ea typeface="Arial"/>
                <a:cs typeface="Arial"/>
              </a:defRPr>
            </a:lvl9pPr>
          </a:lstStyle>
          <a:p xmlns:a="http://schemas.openxmlformats.org/drawingml/2006/main">
            <a:pPr>
              <a:defRPr sz="1800" b="1">
                <a:solidFill>
                  <a:srgbClr val="C85D37"/>
                </a:solidFill>
                <a:latin typeface="Arial"/>
                <a:ea typeface="Arial"/>
                <a:cs typeface="Arial"/>
              </a:defRPr>
            </a:pPr>
            <a:r>
              <a:rPr sz="1800" b="1">
                <a:solidFill>
                  <a:srgbClr val="C85D37"/>
                </a:solidFill>
                <a:latin typeface="Arial"/>
                <a:ea typeface="Arial"/>
                <a:cs typeface="Arial"/>
              </a:rPr>
              <a:t>Current limits</a:t>
            </a:r>
          </a:p>
        </p:txBody>
      </p:sp>
      <p:sp>
        <p:nvSpPr>
          <p:cNvPr id="10" name="">
            <a:extLst xmlns:a="http://schemas.openxmlformats.org/drawingml/2006/main">
              <a:ext uri="{FF2B5EF4-FFF2-40B4-BE49-F238E27FC236}">
                <a16:creationId xmlns:a16="http://schemas.microsoft.com/office/drawing/2014/main" id="{B8810578-9626-4423-B06D-C7936789EF3B}"/>
              </a:ext>
            </a:extLst>
          </p:cNvPr>
          <p:cNvSpPr>
            <a:spLocks xmlns:a="http://schemas.openxmlformats.org/drawingml/2006/main" noGrp="1"/>
          </p:cNvSpPr>
          <p:nvPr/>
        </p:nvSpPr>
        <p:spPr>
          <a:xfrm xmlns:a="http://schemas.openxmlformats.org/drawingml/2006/main">
            <a:off x="3533775" y="5600700"/>
            <a:ext cx="79057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0">
                <a:solidFill>
                  <a:srgbClr val="60717A"/>
                </a:solidFill>
                <a:latin typeface="Arial"/>
                <a:ea typeface="Arial"/>
                <a:cs typeface="Arial"/>
              </a:defRPr>
            </a:defPPr>
            <a:lvl1pPr>
              <a:defRPr sz="1875" b="0">
                <a:solidFill>
                  <a:srgbClr val="60717A"/>
                </a:solidFill>
                <a:latin typeface="Arial"/>
                <a:ea typeface="Arial"/>
                <a:cs typeface="Arial"/>
              </a:defRPr>
            </a:lvl1pPr>
            <a:lvl2pPr>
              <a:defRPr sz="1875" b="0">
                <a:solidFill>
                  <a:srgbClr val="60717A"/>
                </a:solidFill>
                <a:latin typeface="Arial"/>
                <a:ea typeface="Arial"/>
                <a:cs typeface="Arial"/>
              </a:defRPr>
            </a:lvl2pPr>
            <a:lvl3pPr>
              <a:defRPr sz="1875" b="0">
                <a:solidFill>
                  <a:srgbClr val="60717A"/>
                </a:solidFill>
                <a:latin typeface="Arial"/>
                <a:ea typeface="Arial"/>
                <a:cs typeface="Arial"/>
              </a:defRPr>
            </a:lvl3pPr>
            <a:lvl4pPr>
              <a:defRPr sz="1875" b="0">
                <a:solidFill>
                  <a:srgbClr val="60717A"/>
                </a:solidFill>
                <a:latin typeface="Arial"/>
                <a:ea typeface="Arial"/>
                <a:cs typeface="Arial"/>
              </a:defRPr>
            </a:lvl4pPr>
            <a:lvl5pPr>
              <a:defRPr sz="1875" b="0">
                <a:solidFill>
                  <a:srgbClr val="60717A"/>
                </a:solidFill>
                <a:latin typeface="Arial"/>
                <a:ea typeface="Arial"/>
                <a:cs typeface="Arial"/>
              </a:defRPr>
            </a:lvl5pPr>
            <a:lvl6pPr>
              <a:defRPr sz="1875" b="0">
                <a:solidFill>
                  <a:srgbClr val="60717A"/>
                </a:solidFill>
                <a:latin typeface="Arial"/>
                <a:ea typeface="Arial"/>
                <a:cs typeface="Arial"/>
              </a:defRPr>
            </a:lvl6pPr>
            <a:lvl7pPr>
              <a:defRPr sz="1875" b="0">
                <a:solidFill>
                  <a:srgbClr val="60717A"/>
                </a:solidFill>
                <a:latin typeface="Arial"/>
                <a:ea typeface="Arial"/>
                <a:cs typeface="Arial"/>
              </a:defRPr>
            </a:lvl7pPr>
            <a:lvl8pPr>
              <a:defRPr sz="1875" b="0">
                <a:solidFill>
                  <a:srgbClr val="60717A"/>
                </a:solidFill>
                <a:latin typeface="Arial"/>
                <a:ea typeface="Arial"/>
                <a:cs typeface="Arial"/>
              </a:defRPr>
            </a:lvl8pPr>
            <a:lvl9pPr>
              <a:defRPr sz="1875" b="0">
                <a:solidFill>
                  <a:srgbClr val="60717A"/>
                </a:solidFill>
                <a:latin typeface="Arial"/>
                <a:ea typeface="Arial"/>
                <a:cs typeface="Arial"/>
              </a:defRPr>
            </a:lvl9pPr>
          </a:lstStyle>
          <a:p xmlns:a="http://schemas.openxmlformats.org/drawingml/2006/main">
            <a:pPr>
              <a:defRPr sz="1875" b="0">
                <a:solidFill>
                  <a:srgbClr val="60717A"/>
                </a:solidFill>
                <a:latin typeface="Arial"/>
                <a:ea typeface="Arial"/>
                <a:cs typeface="Arial"/>
              </a:defRPr>
            </a:pPr>
            <a:r>
              <a:rPr sz="1875" b="0">
                <a:solidFill>
                  <a:srgbClr val="60717A"/>
                </a:solidFill>
                <a:latin typeface="Arial"/>
                <a:ea typeface="Arial"/>
                <a:cs typeface="Arial"/>
              </a:rPr>
              <a:t>Simplified physics. Finite exploit coverage.</a:t>
            </a:r>
          </a:p>
          <a:p xmlns:a="http://schemas.openxmlformats.org/drawingml/2006/main">
            <a:pPr>
              <a:defRPr sz="1875" b="0">
                <a:solidFill>
                  <a:srgbClr val="60717A"/>
                </a:solidFill>
                <a:latin typeface="Arial"/>
                <a:ea typeface="Arial"/>
                <a:cs typeface="Arial"/>
              </a:defRPr>
            </a:pPr>
            <a:r>
              <a:rPr sz="1875" b="0">
                <a:solidFill>
                  <a:srgbClr val="60717A"/>
                </a:solidFill>
                <a:latin typeface="Arial"/>
                <a:ea typeface="Arial"/>
                <a:cs typeface="Arial"/>
              </a:rPr>
              <a:t>One organizer-model deployment tested.</a:t>
            </a:r>
          </a:p>
        </p:txBody>
      </p:sp>
    </p:spTree>
    <p:extLst>
      <p:ext uri="{BB962C8B-B14F-4D97-AF65-F5344CB8AC3E}">
        <p14:creationId xmlns:p14="http://schemas.microsoft.com/office/powerpoint/2010/main" val="19889474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2026-10-25T04:11:35.0930000Z</dcterms:created>
  <dcterms:modified xsi:type="dcterms:W3CDTF">2026-10-25T04:11:35.0930000Z</dcterms:modified>
</coreProperties>
</file>